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Lst>
  <p:notesMasterIdLst>
    <p:notesMasterId r:id="rId22"/>
  </p:notesMasterIdLst>
  <p:sldIdLst>
    <p:sldId id="356" r:id="rId5"/>
    <p:sldId id="357" r:id="rId6"/>
    <p:sldId id="359" r:id="rId7"/>
    <p:sldId id="358" r:id="rId8"/>
    <p:sldId id="360" r:id="rId9"/>
    <p:sldId id="361" r:id="rId10"/>
    <p:sldId id="363" r:id="rId11"/>
    <p:sldId id="364" r:id="rId12"/>
    <p:sldId id="365" r:id="rId13"/>
    <p:sldId id="366" r:id="rId14"/>
    <p:sldId id="369" r:id="rId15"/>
    <p:sldId id="368" r:id="rId16"/>
    <p:sldId id="367" r:id="rId17"/>
    <p:sldId id="373" r:id="rId18"/>
    <p:sldId id="370" r:id="rId19"/>
    <p:sldId id="371" r:id="rId20"/>
    <p:sldId id="3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5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767A"/>
    <a:srgbClr val="5E878C"/>
    <a:srgbClr val="60838B"/>
    <a:srgbClr val="EDEFF7"/>
    <a:srgbClr val="ECEEF7"/>
    <a:srgbClr val="FFFFFF"/>
    <a:srgbClr val="D0D1D9"/>
    <a:srgbClr val="F6F9FF"/>
    <a:srgbClr val="1919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DC10BA-F1F5-FCB8-763F-DA094AA3540F}" v="62" dt="2026-03-11T10:16:03.412"/>
    <p1510:client id="{52341EBA-3BB2-D86E-73E5-421E86277E5B}" v="438" dt="2026-03-11T10:02:11.751"/>
    <p1510:client id="{5E9E4420-C810-ABAE-40D4-24E1CDB5E630}" v="253" dt="2026-03-10T19:41:28.192"/>
    <p1510:client id="{85C3FF97-9DB7-CF5C-AF51-4EFA8F32EFF0}" v="10" dt="2026-03-11T10:27:52.507"/>
    <p1510:client id="{9A154C16-384E-31E4-486A-F28929917530}" v="423" dt="2026-03-10T19:07:12.893"/>
    <p1510:client id="{DD982DCA-7187-0797-573B-3A7CA0BFEDDF}" v="29" dt="2026-03-11T10:24:35.109"/>
    <p1510:client id="{EDEBD42A-3DC7-B5B4-0D0C-B7934BF9E707}" v="24" dt="2026-03-10T20:03:23.834"/>
    <p1510:client id="{FC83F99A-6F09-4C06-C177-FC0BD16D2629}" v="59" dt="2026-03-10T19:56:30.975"/>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94634" autoAdjust="0"/>
  </p:normalViewPr>
  <p:slideViewPr>
    <p:cSldViewPr snapToGrid="0">
      <p:cViewPr>
        <p:scale>
          <a:sx n="100" d="100"/>
          <a:sy n="100" d="100"/>
        </p:scale>
        <p:origin x="-331" y="-494"/>
      </p:cViewPr>
      <p:guideLst>
        <p:guide pos="3840"/>
        <p:guide orient="horz" pos="2568"/>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5a31a05dq" userId="S::25a31a05dq@pragati.ac.in::79ca16a3-579a-420b-9ab6-7923e04755ce" providerId="AD" clId="Web-{FC83F99A-6F09-4C06-C177-FC0BD16D2629}"/>
    <pc:docChg chg="modSld">
      <pc:chgData name="25a31a05dq" userId="S::25a31a05dq@pragati.ac.in::79ca16a3-579a-420b-9ab6-7923e04755ce" providerId="AD" clId="Web-{FC83F99A-6F09-4C06-C177-FC0BD16D2629}" dt="2026-03-10T19:56:30.975" v="54"/>
      <pc:docMkLst>
        <pc:docMk/>
      </pc:docMkLst>
      <pc:sldChg chg="modSp">
        <pc:chgData name="25a31a05dq" userId="S::25a31a05dq@pragati.ac.in::79ca16a3-579a-420b-9ab6-7923e04755ce" providerId="AD" clId="Web-{FC83F99A-6F09-4C06-C177-FC0BD16D2629}" dt="2026-03-10T19:46:45.587" v="45" actId="1076"/>
        <pc:sldMkLst>
          <pc:docMk/>
          <pc:sldMk cId="1107570382" sldId="357"/>
        </pc:sldMkLst>
        <pc:spChg chg="mod">
          <ac:chgData name="25a31a05dq" userId="S::25a31a05dq@pragati.ac.in::79ca16a3-579a-420b-9ab6-7923e04755ce" providerId="AD" clId="Web-{FC83F99A-6F09-4C06-C177-FC0BD16D2629}" dt="2026-03-10T19:46:32.696" v="43" actId="20577"/>
          <ac:spMkLst>
            <pc:docMk/>
            <pc:sldMk cId="1107570382" sldId="357"/>
            <ac:spMk id="2" creationId="{4EB969F0-98CE-3335-09E3-316C63EA2A1C}"/>
          </ac:spMkLst>
        </pc:spChg>
        <pc:picChg chg="mod">
          <ac:chgData name="25a31a05dq" userId="S::25a31a05dq@pragati.ac.in::79ca16a3-579a-420b-9ab6-7923e04755ce" providerId="AD" clId="Web-{FC83F99A-6F09-4C06-C177-FC0BD16D2629}" dt="2026-03-10T19:46:45.587" v="45" actId="1076"/>
          <ac:picMkLst>
            <pc:docMk/>
            <pc:sldMk cId="1107570382" sldId="357"/>
            <ac:picMk id="5" creationId="{92AEAF09-F3D3-D667-C78C-62D8EF436B63}"/>
          </ac:picMkLst>
        </pc:picChg>
      </pc:sldChg>
      <pc:sldChg chg="modSp">
        <pc:chgData name="25a31a05dq" userId="S::25a31a05dq@pragati.ac.in::79ca16a3-579a-420b-9ab6-7923e04755ce" providerId="AD" clId="Web-{FC83F99A-6F09-4C06-C177-FC0BD16D2629}" dt="2026-03-10T19:47:08.290" v="46" actId="20577"/>
        <pc:sldMkLst>
          <pc:docMk/>
          <pc:sldMk cId="1575314418" sldId="358"/>
        </pc:sldMkLst>
        <pc:spChg chg="mod">
          <ac:chgData name="25a31a05dq" userId="S::25a31a05dq@pragati.ac.in::79ca16a3-579a-420b-9ab6-7923e04755ce" providerId="AD" clId="Web-{FC83F99A-6F09-4C06-C177-FC0BD16D2629}" dt="2026-03-10T19:47:08.290" v="46" actId="20577"/>
          <ac:spMkLst>
            <pc:docMk/>
            <pc:sldMk cId="1575314418" sldId="358"/>
            <ac:spMk id="2" creationId="{37969E3F-3EE4-F7CF-3444-14A1C801CBFD}"/>
          </ac:spMkLst>
        </pc:spChg>
      </pc:sldChg>
      <pc:sldChg chg="modSp">
        <pc:chgData name="25a31a05dq" userId="S::25a31a05dq@pragati.ac.in::79ca16a3-579a-420b-9ab6-7923e04755ce" providerId="AD" clId="Web-{FC83F99A-6F09-4C06-C177-FC0BD16D2629}" dt="2026-03-10T19:42:10.785" v="8" actId="1076"/>
        <pc:sldMkLst>
          <pc:docMk/>
          <pc:sldMk cId="1421755853" sldId="359"/>
        </pc:sldMkLst>
        <pc:picChg chg="mod">
          <ac:chgData name="25a31a05dq" userId="S::25a31a05dq@pragati.ac.in::79ca16a3-579a-420b-9ab6-7923e04755ce" providerId="AD" clId="Web-{FC83F99A-6F09-4C06-C177-FC0BD16D2629}" dt="2026-03-10T19:42:10.785" v="8" actId="1076"/>
          <ac:picMkLst>
            <pc:docMk/>
            <pc:sldMk cId="1421755853" sldId="359"/>
            <ac:picMk id="4" creationId="{DDC4C75B-8827-1247-3969-1998282990D4}"/>
          </ac:picMkLst>
        </pc:picChg>
      </pc:sldChg>
      <pc:sldChg chg="modSp">
        <pc:chgData name="25a31a05dq" userId="S::25a31a05dq@pragati.ac.in::79ca16a3-579a-420b-9ab6-7923e04755ce" providerId="AD" clId="Web-{FC83F99A-6F09-4C06-C177-FC0BD16D2629}" dt="2026-03-10T19:56:30.975" v="54"/>
        <pc:sldMkLst>
          <pc:docMk/>
          <pc:sldMk cId="1813124222" sldId="371"/>
        </pc:sldMkLst>
        <pc:picChg chg="mod modCrop">
          <ac:chgData name="25a31a05dq" userId="S::25a31a05dq@pragati.ac.in::79ca16a3-579a-420b-9ab6-7923e04755ce" providerId="AD" clId="Web-{FC83F99A-6F09-4C06-C177-FC0BD16D2629}" dt="2026-03-10T19:56:30.975" v="54"/>
          <ac:picMkLst>
            <pc:docMk/>
            <pc:sldMk cId="1813124222" sldId="371"/>
            <ac:picMk id="6" creationId="{850CBBA0-02D2-D53F-3AEB-AD9312B450F4}"/>
          </ac:picMkLst>
        </pc:picChg>
      </pc:sldChg>
    </pc:docChg>
  </pc:docChgLst>
  <pc:docChgLst>
    <pc:chgData name="25a31a05dq" userId="S::25a31a05dq@pragati.ac.in::79ca16a3-579a-420b-9ab6-7923e04755ce" providerId="AD" clId="Web-{85C3FF97-9DB7-CF5C-AF51-4EFA8F32EFF0}"/>
    <pc:docChg chg="modSld">
      <pc:chgData name="25a31a05dq" userId="S::25a31a05dq@pragati.ac.in::79ca16a3-579a-420b-9ab6-7923e04755ce" providerId="AD" clId="Web-{85C3FF97-9DB7-CF5C-AF51-4EFA8F32EFF0}" dt="2026-03-11T10:27:52.507" v="9" actId="14100"/>
      <pc:docMkLst>
        <pc:docMk/>
      </pc:docMkLst>
      <pc:sldChg chg="modSp">
        <pc:chgData name="25a31a05dq" userId="S::25a31a05dq@pragati.ac.in::79ca16a3-579a-420b-9ab6-7923e04755ce" providerId="AD" clId="Web-{85C3FF97-9DB7-CF5C-AF51-4EFA8F32EFF0}" dt="2026-03-11T10:27:52.507" v="9" actId="14100"/>
        <pc:sldMkLst>
          <pc:docMk/>
          <pc:sldMk cId="1813124222" sldId="371"/>
        </pc:sldMkLst>
        <pc:picChg chg="mod modCrop">
          <ac:chgData name="25a31a05dq" userId="S::25a31a05dq@pragati.ac.in::79ca16a3-579a-420b-9ab6-7923e04755ce" providerId="AD" clId="Web-{85C3FF97-9DB7-CF5C-AF51-4EFA8F32EFF0}" dt="2026-03-11T10:27:52.507" v="9" actId="14100"/>
          <ac:picMkLst>
            <pc:docMk/>
            <pc:sldMk cId="1813124222" sldId="371"/>
            <ac:picMk id="2" creationId="{B90CDC5D-1DD8-4F79-DF06-B46EC8AC6520}"/>
          </ac:picMkLst>
        </pc:picChg>
      </pc:sldChg>
    </pc:docChg>
  </pc:docChgLst>
  <pc:docChgLst>
    <pc:chgData name="25a31a05dq" userId="S::25a31a05dq@pragati.ac.in::79ca16a3-579a-420b-9ab6-7923e04755ce" providerId="AD" clId="Web-{DD982DCA-7187-0797-573B-3A7CA0BFEDDF}"/>
    <pc:docChg chg="modSld">
      <pc:chgData name="25a31a05dq" userId="S::25a31a05dq@pragati.ac.in::79ca16a3-579a-420b-9ab6-7923e04755ce" providerId="AD" clId="Web-{DD982DCA-7187-0797-573B-3A7CA0BFEDDF}" dt="2026-03-11T10:24:35.109" v="27"/>
      <pc:docMkLst>
        <pc:docMk/>
      </pc:docMkLst>
      <pc:sldChg chg="modSp">
        <pc:chgData name="25a31a05dq" userId="S::25a31a05dq@pragati.ac.in::79ca16a3-579a-420b-9ab6-7923e04755ce" providerId="AD" clId="Web-{DD982DCA-7187-0797-573B-3A7CA0BFEDDF}" dt="2026-03-11T10:19:31.417" v="13" actId="1076"/>
        <pc:sldMkLst>
          <pc:docMk/>
          <pc:sldMk cId="3451096961" sldId="356"/>
        </pc:sldMkLst>
        <pc:picChg chg="mod">
          <ac:chgData name="25a31a05dq" userId="S::25a31a05dq@pragati.ac.in::79ca16a3-579a-420b-9ab6-7923e04755ce" providerId="AD" clId="Web-{DD982DCA-7187-0797-573B-3A7CA0BFEDDF}" dt="2026-03-11T10:19:31.417" v="13" actId="1076"/>
          <ac:picMkLst>
            <pc:docMk/>
            <pc:sldMk cId="3451096961" sldId="356"/>
            <ac:picMk id="6" creationId="{09C780CE-8C54-48A3-BDFB-269FD35E3750}"/>
          </ac:picMkLst>
        </pc:picChg>
      </pc:sldChg>
      <pc:sldChg chg="modSp">
        <pc:chgData name="25a31a05dq" userId="S::25a31a05dq@pragati.ac.in::79ca16a3-579a-420b-9ab6-7923e04755ce" providerId="AD" clId="Web-{DD982DCA-7187-0797-573B-3A7CA0BFEDDF}" dt="2026-03-11T10:19:16.792" v="12" actId="14100"/>
        <pc:sldMkLst>
          <pc:docMk/>
          <pc:sldMk cId="1107570382" sldId="357"/>
        </pc:sldMkLst>
        <pc:picChg chg="mod">
          <ac:chgData name="25a31a05dq" userId="S::25a31a05dq@pragati.ac.in::79ca16a3-579a-420b-9ab6-7923e04755ce" providerId="AD" clId="Web-{DD982DCA-7187-0797-573B-3A7CA0BFEDDF}" dt="2026-03-11T10:19:16.792" v="12" actId="14100"/>
          <ac:picMkLst>
            <pc:docMk/>
            <pc:sldMk cId="1107570382" sldId="357"/>
            <ac:picMk id="5" creationId="{92AEAF09-F3D3-D667-C78C-62D8EF436B63}"/>
          </ac:picMkLst>
        </pc:picChg>
      </pc:sldChg>
      <pc:sldChg chg="modSp">
        <pc:chgData name="25a31a05dq" userId="S::25a31a05dq@pragati.ac.in::79ca16a3-579a-420b-9ab6-7923e04755ce" providerId="AD" clId="Web-{DD982DCA-7187-0797-573B-3A7CA0BFEDDF}" dt="2026-03-11T10:17:42.478" v="8" actId="14100"/>
        <pc:sldMkLst>
          <pc:docMk/>
          <pc:sldMk cId="1421755853" sldId="359"/>
        </pc:sldMkLst>
        <pc:picChg chg="mod modCrop">
          <ac:chgData name="25a31a05dq" userId="S::25a31a05dq@pragati.ac.in::79ca16a3-579a-420b-9ab6-7923e04755ce" providerId="AD" clId="Web-{DD982DCA-7187-0797-573B-3A7CA0BFEDDF}" dt="2026-03-11T10:17:42.478" v="8" actId="14100"/>
          <ac:picMkLst>
            <pc:docMk/>
            <pc:sldMk cId="1421755853" sldId="359"/>
            <ac:picMk id="4" creationId="{DDC4C75B-8827-1247-3969-1998282990D4}"/>
          </ac:picMkLst>
        </pc:picChg>
      </pc:sldChg>
      <pc:sldChg chg="addSp delSp modSp">
        <pc:chgData name="25a31a05dq" userId="S::25a31a05dq@pragati.ac.in::79ca16a3-579a-420b-9ab6-7923e04755ce" providerId="AD" clId="Web-{DD982DCA-7187-0797-573B-3A7CA0BFEDDF}" dt="2026-03-11T10:24:35.109" v="27"/>
        <pc:sldMkLst>
          <pc:docMk/>
          <pc:sldMk cId="1813124222" sldId="371"/>
        </pc:sldMkLst>
        <pc:picChg chg="add del mod modCrop">
          <ac:chgData name="25a31a05dq" userId="S::25a31a05dq@pragati.ac.in::79ca16a3-579a-420b-9ab6-7923e04755ce" providerId="AD" clId="Web-{DD982DCA-7187-0797-573B-3A7CA0BFEDDF}" dt="2026-03-11T10:24:35.109" v="27"/>
          <ac:picMkLst>
            <pc:docMk/>
            <pc:sldMk cId="1813124222" sldId="371"/>
            <ac:picMk id="2" creationId="{B90CDC5D-1DD8-4F79-DF06-B46EC8AC6520}"/>
          </ac:picMkLst>
        </pc:picChg>
        <pc:picChg chg="del mod">
          <ac:chgData name="25a31a05dq" userId="S::25a31a05dq@pragati.ac.in::79ca16a3-579a-420b-9ab6-7923e04755ce" providerId="AD" clId="Web-{DD982DCA-7187-0797-573B-3A7CA0BFEDDF}" dt="2026-03-11T10:24:12.155" v="23"/>
          <ac:picMkLst>
            <pc:docMk/>
            <pc:sldMk cId="1813124222" sldId="371"/>
            <ac:picMk id="6" creationId="{850CBBA0-02D2-D53F-3AEB-AD9312B450F4}"/>
          </ac:picMkLst>
        </pc:picChg>
      </pc:sldChg>
    </pc:docChg>
  </pc:docChgLst>
  <pc:docChgLst>
    <pc:chgData name="25a31a05dq" userId="S::25a31a05dq@pragati.ac.in::79ca16a3-579a-420b-9ab6-7923e04755ce" providerId="AD" clId="Web-{5E9E4420-C810-ABAE-40D4-24E1CDB5E630}"/>
    <pc:docChg chg="addSld delSld modSld">
      <pc:chgData name="25a31a05dq" userId="S::25a31a05dq@pragati.ac.in::79ca16a3-579a-420b-9ab6-7923e04755ce" providerId="AD" clId="Web-{5E9E4420-C810-ABAE-40D4-24E1CDB5E630}" dt="2026-03-10T19:41:28.192" v="245"/>
      <pc:docMkLst>
        <pc:docMk/>
      </pc:docMkLst>
      <pc:sldChg chg="modSp">
        <pc:chgData name="25a31a05dq" userId="S::25a31a05dq@pragati.ac.in::79ca16a3-579a-420b-9ab6-7923e04755ce" providerId="AD" clId="Web-{5E9E4420-C810-ABAE-40D4-24E1CDB5E630}" dt="2026-03-10T19:34:06.245" v="209" actId="14100"/>
        <pc:sldMkLst>
          <pc:docMk/>
          <pc:sldMk cId="3451096961" sldId="356"/>
        </pc:sldMkLst>
        <pc:spChg chg="mod">
          <ac:chgData name="25a31a05dq" userId="S::25a31a05dq@pragati.ac.in::79ca16a3-579a-420b-9ab6-7923e04755ce" providerId="AD" clId="Web-{5E9E4420-C810-ABAE-40D4-24E1CDB5E630}" dt="2026-03-10T19:34:06.245" v="209" actId="14100"/>
          <ac:spMkLst>
            <pc:docMk/>
            <pc:sldMk cId="3451096961" sldId="356"/>
            <ac:spMk id="4" creationId="{5B7AEFB0-51F2-5449-996C-73382891D2F9}"/>
          </ac:spMkLst>
        </pc:spChg>
        <pc:picChg chg="mod">
          <ac:chgData name="25a31a05dq" userId="S::25a31a05dq@pragati.ac.in::79ca16a3-579a-420b-9ab6-7923e04755ce" providerId="AD" clId="Web-{5E9E4420-C810-ABAE-40D4-24E1CDB5E630}" dt="2026-03-10T19:33:39.136" v="208" actId="1076"/>
          <ac:picMkLst>
            <pc:docMk/>
            <pc:sldMk cId="3451096961" sldId="356"/>
            <ac:picMk id="6" creationId="{09C780CE-8C54-48A3-BDFB-269FD35E3750}"/>
          </ac:picMkLst>
        </pc:picChg>
      </pc:sldChg>
      <pc:sldChg chg="addSp delSp modSp">
        <pc:chgData name="25a31a05dq" userId="S::25a31a05dq@pragati.ac.in::79ca16a3-579a-420b-9ab6-7923e04755ce" providerId="AD" clId="Web-{5E9E4420-C810-ABAE-40D4-24E1CDB5E630}" dt="2026-03-10T19:38:07.027" v="228" actId="14100"/>
        <pc:sldMkLst>
          <pc:docMk/>
          <pc:sldMk cId="1107570382" sldId="357"/>
        </pc:sldMkLst>
        <pc:spChg chg="del">
          <ac:chgData name="25a31a05dq" userId="S::25a31a05dq@pragati.ac.in::79ca16a3-579a-420b-9ab6-7923e04755ce" providerId="AD" clId="Web-{5E9E4420-C810-ABAE-40D4-24E1CDB5E630}" dt="2026-03-10T19:32:11.040" v="186"/>
          <ac:spMkLst>
            <pc:docMk/>
            <pc:sldMk cId="1107570382" sldId="357"/>
            <ac:spMk id="3" creationId="{ED85121B-23D6-1978-21C3-A7747227D39C}"/>
          </ac:spMkLst>
        </pc:spChg>
        <pc:spChg chg="add del mod">
          <ac:chgData name="25a31a05dq" userId="S::25a31a05dq@pragati.ac.in::79ca16a3-579a-420b-9ab6-7923e04755ce" providerId="AD" clId="Web-{5E9E4420-C810-ABAE-40D4-24E1CDB5E630}" dt="2026-03-10T19:37:14.243" v="219"/>
          <ac:spMkLst>
            <pc:docMk/>
            <pc:sldMk cId="1107570382" sldId="357"/>
            <ac:spMk id="7" creationId="{CB9DDB58-EF0F-E778-0867-A2B8EB3815A6}"/>
          </ac:spMkLst>
        </pc:spChg>
        <pc:picChg chg="add del mod ord">
          <ac:chgData name="25a31a05dq" userId="S::25a31a05dq@pragati.ac.in::79ca16a3-579a-420b-9ab6-7923e04755ce" providerId="AD" clId="Web-{5E9E4420-C810-ABAE-40D4-24E1CDB5E630}" dt="2026-03-10T19:37:02.664" v="217"/>
          <ac:picMkLst>
            <pc:docMk/>
            <pc:sldMk cId="1107570382" sldId="357"/>
            <ac:picMk id="4" creationId="{6DBA58C6-40C6-7924-E3DF-A234A56F87FF}"/>
          </ac:picMkLst>
        </pc:picChg>
        <pc:picChg chg="add mod">
          <ac:chgData name="25a31a05dq" userId="S::25a31a05dq@pragati.ac.in::79ca16a3-579a-420b-9ab6-7923e04755ce" providerId="AD" clId="Web-{5E9E4420-C810-ABAE-40D4-24E1CDB5E630}" dt="2026-03-10T19:38:07.027" v="228" actId="14100"/>
          <ac:picMkLst>
            <pc:docMk/>
            <pc:sldMk cId="1107570382" sldId="357"/>
            <ac:picMk id="5" creationId="{92AEAF09-F3D3-D667-C78C-62D8EF436B63}"/>
          </ac:picMkLst>
        </pc:picChg>
      </pc:sldChg>
      <pc:sldChg chg="addSp delSp modSp">
        <pc:chgData name="25a31a05dq" userId="S::25a31a05dq@pragati.ac.in::79ca16a3-579a-420b-9ab6-7923e04755ce" providerId="AD" clId="Web-{5E9E4420-C810-ABAE-40D4-24E1CDB5E630}" dt="2026-03-10T19:41:28.192" v="245"/>
        <pc:sldMkLst>
          <pc:docMk/>
          <pc:sldMk cId="1421755853" sldId="359"/>
        </pc:sldMkLst>
        <pc:spChg chg="del">
          <ac:chgData name="25a31a05dq" userId="S::25a31a05dq@pragati.ac.in::79ca16a3-579a-420b-9ab6-7923e04755ce" providerId="AD" clId="Web-{5E9E4420-C810-ABAE-40D4-24E1CDB5E630}" dt="2026-03-10T19:39:25.891" v="229"/>
          <ac:spMkLst>
            <pc:docMk/>
            <pc:sldMk cId="1421755853" sldId="359"/>
            <ac:spMk id="3" creationId="{7AE19D79-D950-66EA-5415-6082C6B76E56}"/>
          </ac:spMkLst>
        </pc:spChg>
        <pc:picChg chg="add mod ord modCrop">
          <ac:chgData name="25a31a05dq" userId="S::25a31a05dq@pragati.ac.in::79ca16a3-579a-420b-9ab6-7923e04755ce" providerId="AD" clId="Web-{5E9E4420-C810-ABAE-40D4-24E1CDB5E630}" dt="2026-03-10T19:41:28.192" v="245"/>
          <ac:picMkLst>
            <pc:docMk/>
            <pc:sldMk cId="1421755853" sldId="359"/>
            <ac:picMk id="4" creationId="{DDC4C75B-8827-1247-3969-1998282990D4}"/>
          </ac:picMkLst>
        </pc:picChg>
      </pc:sldChg>
      <pc:sldChg chg="modSp">
        <pc:chgData name="25a31a05dq" userId="S::25a31a05dq@pragati.ac.in::79ca16a3-579a-420b-9ab6-7923e04755ce" providerId="AD" clId="Web-{5E9E4420-C810-ABAE-40D4-24E1CDB5E630}" dt="2026-03-10T19:08:13.883" v="1" actId="20577"/>
        <pc:sldMkLst>
          <pc:docMk/>
          <pc:sldMk cId="3085710182" sldId="360"/>
        </pc:sldMkLst>
        <pc:spChg chg="mod">
          <ac:chgData name="25a31a05dq" userId="S::25a31a05dq@pragati.ac.in::79ca16a3-579a-420b-9ab6-7923e04755ce" providerId="AD" clId="Web-{5E9E4420-C810-ABAE-40D4-24E1CDB5E630}" dt="2026-03-10T19:08:13.883" v="1" actId="20577"/>
          <ac:spMkLst>
            <pc:docMk/>
            <pc:sldMk cId="3085710182" sldId="360"/>
            <ac:spMk id="2" creationId="{610ED062-D5E5-A6A6-3095-DD3A35C0B241}"/>
          </ac:spMkLst>
        </pc:spChg>
      </pc:sldChg>
      <pc:sldChg chg="modSp">
        <pc:chgData name="25a31a05dq" userId="S::25a31a05dq@pragati.ac.in::79ca16a3-579a-420b-9ab6-7923e04755ce" providerId="AD" clId="Web-{5E9E4420-C810-ABAE-40D4-24E1CDB5E630}" dt="2026-03-10T19:10:59.199" v="23" actId="20577"/>
        <pc:sldMkLst>
          <pc:docMk/>
          <pc:sldMk cId="2710969930" sldId="364"/>
        </pc:sldMkLst>
        <pc:spChg chg="mod">
          <ac:chgData name="25a31a05dq" userId="S::25a31a05dq@pragati.ac.in::79ca16a3-579a-420b-9ab6-7923e04755ce" providerId="AD" clId="Web-{5E9E4420-C810-ABAE-40D4-24E1CDB5E630}" dt="2026-03-10T19:09:00.446" v="4" actId="20577"/>
          <ac:spMkLst>
            <pc:docMk/>
            <pc:sldMk cId="2710969930" sldId="364"/>
            <ac:spMk id="2" creationId="{FEEBCD53-9BF5-E2E9-E73E-118D595D1BED}"/>
          </ac:spMkLst>
        </pc:spChg>
        <pc:spChg chg="mod">
          <ac:chgData name="25a31a05dq" userId="S::25a31a05dq@pragati.ac.in::79ca16a3-579a-420b-9ab6-7923e04755ce" providerId="AD" clId="Web-{5E9E4420-C810-ABAE-40D4-24E1CDB5E630}" dt="2026-03-10T19:10:59.199" v="23" actId="20577"/>
          <ac:spMkLst>
            <pc:docMk/>
            <pc:sldMk cId="2710969930" sldId="364"/>
            <ac:spMk id="3" creationId="{F5D23D22-4932-7067-0890-BDB5192FAFF2}"/>
          </ac:spMkLst>
        </pc:spChg>
      </pc:sldChg>
      <pc:sldChg chg="modSp">
        <pc:chgData name="25a31a05dq" userId="S::25a31a05dq@pragati.ac.in::79ca16a3-579a-420b-9ab6-7923e04755ce" providerId="AD" clId="Web-{5E9E4420-C810-ABAE-40D4-24E1CDB5E630}" dt="2026-03-10T19:09:34.759" v="9" actId="20577"/>
        <pc:sldMkLst>
          <pc:docMk/>
          <pc:sldMk cId="873578345" sldId="365"/>
        </pc:sldMkLst>
        <pc:spChg chg="mod">
          <ac:chgData name="25a31a05dq" userId="S::25a31a05dq@pragati.ac.in::79ca16a3-579a-420b-9ab6-7923e04755ce" providerId="AD" clId="Web-{5E9E4420-C810-ABAE-40D4-24E1CDB5E630}" dt="2026-03-10T19:09:34.759" v="9" actId="20577"/>
          <ac:spMkLst>
            <pc:docMk/>
            <pc:sldMk cId="873578345" sldId="365"/>
            <ac:spMk id="2" creationId="{5C8315D4-8959-4DD4-EC47-F73A53CBBDF0}"/>
          </ac:spMkLst>
        </pc:spChg>
      </pc:sldChg>
      <pc:sldChg chg="modSp">
        <pc:chgData name="25a31a05dq" userId="S::25a31a05dq@pragati.ac.in::79ca16a3-579a-420b-9ab6-7923e04755ce" providerId="AD" clId="Web-{5E9E4420-C810-ABAE-40D4-24E1CDB5E630}" dt="2026-03-10T19:10:13.510" v="15" actId="20577"/>
        <pc:sldMkLst>
          <pc:docMk/>
          <pc:sldMk cId="3981051379" sldId="366"/>
        </pc:sldMkLst>
        <pc:spChg chg="mod">
          <ac:chgData name="25a31a05dq" userId="S::25a31a05dq@pragati.ac.in::79ca16a3-579a-420b-9ab6-7923e04755ce" providerId="AD" clId="Web-{5E9E4420-C810-ABAE-40D4-24E1CDB5E630}" dt="2026-03-10T19:10:13.510" v="15" actId="20577"/>
          <ac:spMkLst>
            <pc:docMk/>
            <pc:sldMk cId="3981051379" sldId="366"/>
            <ac:spMk id="3" creationId="{170BE20B-91AF-BC3E-3D4B-47126DE23D5D}"/>
          </ac:spMkLst>
        </pc:spChg>
        <pc:spChg chg="mod">
          <ac:chgData name="25a31a05dq" userId="S::25a31a05dq@pragati.ac.in::79ca16a3-579a-420b-9ab6-7923e04755ce" providerId="AD" clId="Web-{5E9E4420-C810-ABAE-40D4-24E1CDB5E630}" dt="2026-03-10T19:10:08.916" v="14" actId="20577"/>
          <ac:spMkLst>
            <pc:docMk/>
            <pc:sldMk cId="3981051379" sldId="366"/>
            <ac:spMk id="4" creationId="{6FA97CA3-BBF0-7EB2-B7F9-567AC7C27781}"/>
          </ac:spMkLst>
        </pc:spChg>
      </pc:sldChg>
      <pc:sldChg chg="modSp add replId">
        <pc:chgData name="25a31a05dq" userId="S::25a31a05dq@pragati.ac.in::79ca16a3-579a-420b-9ab6-7923e04755ce" providerId="AD" clId="Web-{5E9E4420-C810-ABAE-40D4-24E1CDB5E630}" dt="2026-03-10T19:13:22.781" v="43" actId="20577"/>
        <pc:sldMkLst>
          <pc:docMk/>
          <pc:sldMk cId="3890614366" sldId="367"/>
        </pc:sldMkLst>
        <pc:spChg chg="mod">
          <ac:chgData name="25a31a05dq" userId="S::25a31a05dq@pragati.ac.in::79ca16a3-579a-420b-9ab6-7923e04755ce" providerId="AD" clId="Web-{5E9E4420-C810-ABAE-40D4-24E1CDB5E630}" dt="2026-03-10T19:13:22.781" v="43" actId="20577"/>
          <ac:spMkLst>
            <pc:docMk/>
            <pc:sldMk cId="3890614366" sldId="367"/>
            <ac:spMk id="3" creationId="{DE8D8FD0-9033-1095-82BF-A01D2702AD85}"/>
          </ac:spMkLst>
        </pc:spChg>
        <pc:spChg chg="mod">
          <ac:chgData name="25a31a05dq" userId="S::25a31a05dq@pragati.ac.in::79ca16a3-579a-420b-9ab6-7923e04755ce" providerId="AD" clId="Web-{5E9E4420-C810-ABAE-40D4-24E1CDB5E630}" dt="2026-03-10T19:13:15.328" v="42" actId="20577"/>
          <ac:spMkLst>
            <pc:docMk/>
            <pc:sldMk cId="3890614366" sldId="367"/>
            <ac:spMk id="4" creationId="{E53EB920-37A5-D0B8-ABE5-F5EA7D3C28CE}"/>
          </ac:spMkLst>
        </pc:spChg>
      </pc:sldChg>
      <pc:sldChg chg="modSp add replId">
        <pc:chgData name="25a31a05dq" userId="S::25a31a05dq@pragati.ac.in::79ca16a3-579a-420b-9ab6-7923e04755ce" providerId="AD" clId="Web-{5E9E4420-C810-ABAE-40D4-24E1CDB5E630}" dt="2026-03-10T19:12:14.576" v="31" actId="20577"/>
        <pc:sldMkLst>
          <pc:docMk/>
          <pc:sldMk cId="1814788852" sldId="368"/>
        </pc:sldMkLst>
        <pc:spChg chg="mod">
          <ac:chgData name="25a31a05dq" userId="S::25a31a05dq@pragati.ac.in::79ca16a3-579a-420b-9ab6-7923e04755ce" providerId="AD" clId="Web-{5E9E4420-C810-ABAE-40D4-24E1CDB5E630}" dt="2026-03-10T19:12:14.576" v="31" actId="20577"/>
          <ac:spMkLst>
            <pc:docMk/>
            <pc:sldMk cId="1814788852" sldId="368"/>
            <ac:spMk id="2" creationId="{18FD9CCE-27D2-0C47-58E1-A8B1F29697BD}"/>
          </ac:spMkLst>
        </pc:spChg>
      </pc:sldChg>
      <pc:sldChg chg="modSp add replId">
        <pc:chgData name="25a31a05dq" userId="S::25a31a05dq@pragati.ac.in::79ca16a3-579a-420b-9ab6-7923e04755ce" providerId="AD" clId="Web-{5E9E4420-C810-ABAE-40D4-24E1CDB5E630}" dt="2026-03-10T19:11:50.997" v="28" actId="20577"/>
        <pc:sldMkLst>
          <pc:docMk/>
          <pc:sldMk cId="1580102305" sldId="369"/>
        </pc:sldMkLst>
        <pc:spChg chg="mod">
          <ac:chgData name="25a31a05dq" userId="S::25a31a05dq@pragati.ac.in::79ca16a3-579a-420b-9ab6-7923e04755ce" providerId="AD" clId="Web-{5E9E4420-C810-ABAE-40D4-24E1CDB5E630}" dt="2026-03-10T19:11:50.997" v="28" actId="20577"/>
          <ac:spMkLst>
            <pc:docMk/>
            <pc:sldMk cId="1580102305" sldId="369"/>
            <ac:spMk id="2" creationId="{7FCDE51E-0849-DA74-DB7A-172E69F7A607}"/>
          </ac:spMkLst>
        </pc:spChg>
        <pc:spChg chg="mod">
          <ac:chgData name="25a31a05dq" userId="S::25a31a05dq@pragati.ac.in::79ca16a3-579a-420b-9ab6-7923e04755ce" providerId="AD" clId="Web-{5E9E4420-C810-ABAE-40D4-24E1CDB5E630}" dt="2026-03-10T19:11:31.231" v="26" actId="20577"/>
          <ac:spMkLst>
            <pc:docMk/>
            <pc:sldMk cId="1580102305" sldId="369"/>
            <ac:spMk id="3" creationId="{FB3E14D3-30C8-5E30-5072-D622304D44AB}"/>
          </ac:spMkLst>
        </pc:spChg>
      </pc:sldChg>
      <pc:sldChg chg="modSp add replId">
        <pc:chgData name="25a31a05dq" userId="S::25a31a05dq@pragati.ac.in::79ca16a3-579a-420b-9ab6-7923e04755ce" providerId="AD" clId="Web-{5E9E4420-C810-ABAE-40D4-24E1CDB5E630}" dt="2026-03-10T19:19:39.734" v="107" actId="20577"/>
        <pc:sldMkLst>
          <pc:docMk/>
          <pc:sldMk cId="1744095494" sldId="370"/>
        </pc:sldMkLst>
        <pc:spChg chg="mod">
          <ac:chgData name="25a31a05dq" userId="S::25a31a05dq@pragati.ac.in::79ca16a3-579a-420b-9ab6-7923e04755ce" providerId="AD" clId="Web-{5E9E4420-C810-ABAE-40D4-24E1CDB5E630}" dt="2026-03-10T19:19:39.734" v="107" actId="20577"/>
          <ac:spMkLst>
            <pc:docMk/>
            <pc:sldMk cId="1744095494" sldId="370"/>
            <ac:spMk id="2" creationId="{4232E53D-79DD-9C45-279D-3DDCBEC8DE59}"/>
          </ac:spMkLst>
        </pc:spChg>
      </pc:sldChg>
      <pc:sldChg chg="new del">
        <pc:chgData name="25a31a05dq" userId="S::25a31a05dq@pragati.ac.in::79ca16a3-579a-420b-9ab6-7923e04755ce" providerId="AD" clId="Web-{5E9E4420-C810-ABAE-40D4-24E1CDB5E630}" dt="2026-03-10T19:14:27.126" v="45"/>
        <pc:sldMkLst>
          <pc:docMk/>
          <pc:sldMk cId="2932217321" sldId="370"/>
        </pc:sldMkLst>
      </pc:sldChg>
      <pc:sldChg chg="add del replId">
        <pc:chgData name="25a31a05dq" userId="S::25a31a05dq@pragati.ac.in::79ca16a3-579a-420b-9ab6-7923e04755ce" providerId="AD" clId="Web-{5E9E4420-C810-ABAE-40D4-24E1CDB5E630}" dt="2026-03-10T19:14:57.783" v="47"/>
        <pc:sldMkLst>
          <pc:docMk/>
          <pc:sldMk cId="3343904807" sldId="370"/>
        </pc:sldMkLst>
      </pc:sldChg>
      <pc:sldChg chg="modSp add replId">
        <pc:chgData name="25a31a05dq" userId="S::25a31a05dq@pragati.ac.in::79ca16a3-579a-420b-9ab6-7923e04755ce" providerId="AD" clId="Web-{5E9E4420-C810-ABAE-40D4-24E1CDB5E630}" dt="2026-03-10T19:23:43.340" v="154" actId="20577"/>
        <pc:sldMkLst>
          <pc:docMk/>
          <pc:sldMk cId="1813124222" sldId="371"/>
        </pc:sldMkLst>
        <pc:spChg chg="mod">
          <ac:chgData name="25a31a05dq" userId="S::25a31a05dq@pragati.ac.in::79ca16a3-579a-420b-9ab6-7923e04755ce" providerId="AD" clId="Web-{5E9E4420-C810-ABAE-40D4-24E1CDB5E630}" dt="2026-03-10T19:23:43.340" v="154" actId="20577"/>
          <ac:spMkLst>
            <pc:docMk/>
            <pc:sldMk cId="1813124222" sldId="371"/>
            <ac:spMk id="4" creationId="{B7492A1D-E226-7C30-BE10-3CF4009EBC2C}"/>
          </ac:spMkLst>
        </pc:spChg>
        <pc:spChg chg="mod">
          <ac:chgData name="25a31a05dq" userId="S::25a31a05dq@pragati.ac.in::79ca16a3-579a-420b-9ab6-7923e04755ce" providerId="AD" clId="Web-{5E9E4420-C810-ABAE-40D4-24E1CDB5E630}" dt="2026-03-10T19:23:28.683" v="152" actId="20577"/>
          <ac:spMkLst>
            <pc:docMk/>
            <pc:sldMk cId="1813124222" sldId="371"/>
            <ac:spMk id="5" creationId="{34558F8E-3C7E-3CFD-3031-DDD8D4F9E346}"/>
          </ac:spMkLst>
        </pc:spChg>
      </pc:sldChg>
      <pc:sldChg chg="addSp delSp modSp new mod setBg">
        <pc:chgData name="25a31a05dq" userId="S::25a31a05dq@pragati.ac.in::79ca16a3-579a-420b-9ab6-7923e04755ce" providerId="AD" clId="Web-{5E9E4420-C810-ABAE-40D4-24E1CDB5E630}" dt="2026-03-10T19:26:15.281" v="174" actId="1076"/>
        <pc:sldMkLst>
          <pc:docMk/>
          <pc:sldMk cId="1335550632" sldId="372"/>
        </pc:sldMkLst>
        <pc:spChg chg="del">
          <ac:chgData name="25a31a05dq" userId="S::25a31a05dq@pragati.ac.in::79ca16a3-579a-420b-9ab6-7923e04755ce" providerId="AD" clId="Web-{5E9E4420-C810-ABAE-40D4-24E1CDB5E630}" dt="2026-03-10T19:24:30.748" v="156"/>
          <ac:spMkLst>
            <pc:docMk/>
            <pc:sldMk cId="1335550632" sldId="372"/>
            <ac:spMk id="2" creationId="{A3D99390-631F-5A1C-C144-221C086888FB}"/>
          </ac:spMkLst>
        </pc:spChg>
        <pc:spChg chg="del">
          <ac:chgData name="25a31a05dq" userId="S::25a31a05dq@pragati.ac.in::79ca16a3-579a-420b-9ab6-7923e04755ce" providerId="AD" clId="Web-{5E9E4420-C810-ABAE-40D4-24E1CDB5E630}" dt="2026-03-10T19:24:44.935" v="159"/>
          <ac:spMkLst>
            <pc:docMk/>
            <pc:sldMk cId="1335550632" sldId="372"/>
            <ac:spMk id="3" creationId="{ABCA3DB3-C5BE-3465-2DF5-B574CCD04CB2}"/>
          </ac:spMkLst>
        </pc:spChg>
        <pc:picChg chg="add mod ord">
          <ac:chgData name="25a31a05dq" userId="S::25a31a05dq@pragati.ac.in::79ca16a3-579a-420b-9ab6-7923e04755ce" providerId="AD" clId="Web-{5E9E4420-C810-ABAE-40D4-24E1CDB5E630}" dt="2026-03-10T19:26:15.281" v="174" actId="1076"/>
          <ac:picMkLst>
            <pc:docMk/>
            <pc:sldMk cId="1335550632" sldId="372"/>
            <ac:picMk id="4" creationId="{4D329B79-C19A-8C13-B695-839372FEA38C}"/>
          </ac:picMkLst>
        </pc:picChg>
      </pc:sldChg>
    </pc:docChg>
  </pc:docChgLst>
  <pc:docChgLst>
    <pc:chgData name="25a31a05dq" userId="S::25a31a05dq@pragati.ac.in::79ca16a3-579a-420b-9ab6-7923e04755ce" providerId="AD" clId="Web-{EDEBD42A-3DC7-B5B4-0D0C-B7934BF9E707}"/>
    <pc:docChg chg="modSld">
      <pc:chgData name="25a31a05dq" userId="S::25a31a05dq@pragati.ac.in::79ca16a3-579a-420b-9ab6-7923e04755ce" providerId="AD" clId="Web-{EDEBD42A-3DC7-B5B4-0D0C-B7934BF9E707}" dt="2026-03-10T20:03:23.818" v="21" actId="20577"/>
      <pc:docMkLst>
        <pc:docMk/>
      </pc:docMkLst>
      <pc:sldChg chg="modSp">
        <pc:chgData name="25a31a05dq" userId="S::25a31a05dq@pragati.ac.in::79ca16a3-579a-420b-9ab6-7923e04755ce" providerId="AD" clId="Web-{EDEBD42A-3DC7-B5B4-0D0C-B7934BF9E707}" dt="2026-03-10T20:02:38.019" v="16" actId="20577"/>
        <pc:sldMkLst>
          <pc:docMk/>
          <pc:sldMk cId="3451096961" sldId="356"/>
        </pc:sldMkLst>
        <pc:spChg chg="mod">
          <ac:chgData name="25a31a05dq" userId="S::25a31a05dq@pragati.ac.in::79ca16a3-579a-420b-9ab6-7923e04755ce" providerId="AD" clId="Web-{EDEBD42A-3DC7-B5B4-0D0C-B7934BF9E707}" dt="2026-03-10T20:02:38.019" v="16" actId="20577"/>
          <ac:spMkLst>
            <pc:docMk/>
            <pc:sldMk cId="3451096961" sldId="356"/>
            <ac:spMk id="5" creationId="{B0F6D6CF-8D73-6643-A348-53AAE29FD1C2}"/>
          </ac:spMkLst>
        </pc:spChg>
      </pc:sldChg>
      <pc:sldChg chg="modSp">
        <pc:chgData name="25a31a05dq" userId="S::25a31a05dq@pragati.ac.in::79ca16a3-579a-420b-9ab6-7923e04755ce" providerId="AD" clId="Web-{EDEBD42A-3DC7-B5B4-0D0C-B7934BF9E707}" dt="2026-03-10T20:03:23.818" v="21" actId="20577"/>
        <pc:sldMkLst>
          <pc:docMk/>
          <pc:sldMk cId="1620373027" sldId="363"/>
        </pc:sldMkLst>
        <pc:spChg chg="mod">
          <ac:chgData name="25a31a05dq" userId="S::25a31a05dq@pragati.ac.in::79ca16a3-579a-420b-9ab6-7923e04755ce" providerId="AD" clId="Web-{EDEBD42A-3DC7-B5B4-0D0C-B7934BF9E707}" dt="2026-03-10T20:03:23.818" v="21" actId="20577"/>
          <ac:spMkLst>
            <pc:docMk/>
            <pc:sldMk cId="1620373027" sldId="363"/>
            <ac:spMk id="4" creationId="{0FC90722-DF5E-4259-A932-3392EC34B683}"/>
          </ac:spMkLst>
        </pc:spChg>
      </pc:sldChg>
      <pc:sldChg chg="modSp">
        <pc:chgData name="25a31a05dq" userId="S::25a31a05dq@pragati.ac.in::79ca16a3-579a-420b-9ab6-7923e04755ce" providerId="AD" clId="Web-{EDEBD42A-3DC7-B5B4-0D0C-B7934BF9E707}" dt="2026-03-10T19:57:12.440" v="4"/>
        <pc:sldMkLst>
          <pc:docMk/>
          <pc:sldMk cId="1813124222" sldId="371"/>
        </pc:sldMkLst>
        <pc:picChg chg="mod">
          <ac:chgData name="25a31a05dq" userId="S::25a31a05dq@pragati.ac.in::79ca16a3-579a-420b-9ab6-7923e04755ce" providerId="AD" clId="Web-{EDEBD42A-3DC7-B5B4-0D0C-B7934BF9E707}" dt="2026-03-10T19:57:12.440" v="4"/>
          <ac:picMkLst>
            <pc:docMk/>
            <pc:sldMk cId="1813124222" sldId="371"/>
            <ac:picMk id="6" creationId="{850CBBA0-02D2-D53F-3AEB-AD9312B450F4}"/>
          </ac:picMkLst>
        </pc:picChg>
      </pc:sldChg>
      <pc:sldChg chg="modSp">
        <pc:chgData name="25a31a05dq" userId="S::25a31a05dq@pragati.ac.in::79ca16a3-579a-420b-9ab6-7923e04755ce" providerId="AD" clId="Web-{EDEBD42A-3DC7-B5B4-0D0C-B7934BF9E707}" dt="2026-03-10T20:02:02.220" v="14" actId="1076"/>
        <pc:sldMkLst>
          <pc:docMk/>
          <pc:sldMk cId="1335550632" sldId="372"/>
        </pc:sldMkLst>
        <pc:picChg chg="mod">
          <ac:chgData name="25a31a05dq" userId="S::25a31a05dq@pragati.ac.in::79ca16a3-579a-420b-9ab6-7923e04755ce" providerId="AD" clId="Web-{EDEBD42A-3DC7-B5B4-0D0C-B7934BF9E707}" dt="2026-03-10T20:02:02.220" v="14" actId="1076"/>
          <ac:picMkLst>
            <pc:docMk/>
            <pc:sldMk cId="1335550632" sldId="372"/>
            <ac:picMk id="4" creationId="{4D329B79-C19A-8C13-B695-839372FEA38C}"/>
          </ac:picMkLst>
        </pc:picChg>
      </pc:sldChg>
    </pc:docChg>
  </pc:docChgLst>
  <pc:docChgLst>
    <pc:chgData name="25a31a05dq" userId="S::25a31a05dq@pragati.ac.in::79ca16a3-579a-420b-9ab6-7923e04755ce" providerId="AD" clId="Web-{52341EBA-3BB2-D86E-73E5-421E86277E5B}"/>
    <pc:docChg chg="addSld delSld modSld">
      <pc:chgData name="25a31a05dq" userId="S::25a31a05dq@pragati.ac.in::79ca16a3-579a-420b-9ab6-7923e04755ce" providerId="AD" clId="Web-{52341EBA-3BB2-D86E-73E5-421E86277E5B}" dt="2026-03-11T10:02:11.751" v="445"/>
      <pc:docMkLst>
        <pc:docMk/>
      </pc:docMkLst>
      <pc:sldChg chg="modSp">
        <pc:chgData name="25a31a05dq" userId="S::25a31a05dq@pragati.ac.in::79ca16a3-579a-420b-9ab6-7923e04755ce" providerId="AD" clId="Web-{52341EBA-3BB2-D86E-73E5-421E86277E5B}" dt="2026-03-11T10:02:11.751" v="445"/>
        <pc:sldMkLst>
          <pc:docMk/>
          <pc:sldMk cId="3451096961" sldId="356"/>
        </pc:sldMkLst>
        <pc:spChg chg="mod">
          <ac:chgData name="25a31a05dq" userId="S::25a31a05dq@pragati.ac.in::79ca16a3-579a-420b-9ab6-7923e04755ce" providerId="AD" clId="Web-{52341EBA-3BB2-D86E-73E5-421E86277E5B}" dt="2026-03-11T09:02:57.781" v="15" actId="20577"/>
          <ac:spMkLst>
            <pc:docMk/>
            <pc:sldMk cId="3451096961" sldId="356"/>
            <ac:spMk id="4" creationId="{5B7AEFB0-51F2-5449-996C-73382891D2F9}"/>
          </ac:spMkLst>
        </pc:spChg>
        <pc:picChg chg="mod modCrop">
          <ac:chgData name="25a31a05dq" userId="S::25a31a05dq@pragati.ac.in::79ca16a3-579a-420b-9ab6-7923e04755ce" providerId="AD" clId="Web-{52341EBA-3BB2-D86E-73E5-421E86277E5B}" dt="2026-03-11T10:02:11.751" v="445"/>
          <ac:picMkLst>
            <pc:docMk/>
            <pc:sldMk cId="3451096961" sldId="356"/>
            <ac:picMk id="6" creationId="{09C780CE-8C54-48A3-BDFB-269FD35E3750}"/>
          </ac:picMkLst>
        </pc:picChg>
      </pc:sldChg>
      <pc:sldChg chg="modSp">
        <pc:chgData name="25a31a05dq" userId="S::25a31a05dq@pragati.ac.in::79ca16a3-579a-420b-9ab6-7923e04755ce" providerId="AD" clId="Web-{52341EBA-3BB2-D86E-73E5-421E86277E5B}" dt="2026-03-11T10:01:37.517" v="441"/>
        <pc:sldMkLst>
          <pc:docMk/>
          <pc:sldMk cId="1107570382" sldId="357"/>
        </pc:sldMkLst>
        <pc:spChg chg="mod">
          <ac:chgData name="25a31a05dq" userId="S::25a31a05dq@pragati.ac.in::79ca16a3-579a-420b-9ab6-7923e04755ce" providerId="AD" clId="Web-{52341EBA-3BB2-D86E-73E5-421E86277E5B}" dt="2026-03-11T09:09:26.721" v="60" actId="20577"/>
          <ac:spMkLst>
            <pc:docMk/>
            <pc:sldMk cId="1107570382" sldId="357"/>
            <ac:spMk id="2" creationId="{4EB969F0-98CE-3335-09E3-316C63EA2A1C}"/>
          </ac:spMkLst>
        </pc:spChg>
        <pc:picChg chg="mod">
          <ac:chgData name="25a31a05dq" userId="S::25a31a05dq@pragati.ac.in::79ca16a3-579a-420b-9ab6-7923e04755ce" providerId="AD" clId="Web-{52341EBA-3BB2-D86E-73E5-421E86277E5B}" dt="2026-03-11T10:01:37.517" v="441"/>
          <ac:picMkLst>
            <pc:docMk/>
            <pc:sldMk cId="1107570382" sldId="357"/>
            <ac:picMk id="5" creationId="{92AEAF09-F3D3-D667-C78C-62D8EF436B63}"/>
          </ac:picMkLst>
        </pc:picChg>
      </pc:sldChg>
      <pc:sldChg chg="modSp">
        <pc:chgData name="25a31a05dq" userId="S::25a31a05dq@pragati.ac.in::79ca16a3-579a-420b-9ab6-7923e04755ce" providerId="AD" clId="Web-{52341EBA-3BB2-D86E-73E5-421E86277E5B}" dt="2026-03-11T09:20:34.804" v="217" actId="20577"/>
        <pc:sldMkLst>
          <pc:docMk/>
          <pc:sldMk cId="1575314418" sldId="358"/>
        </pc:sldMkLst>
        <pc:spChg chg="mod">
          <ac:chgData name="25a31a05dq" userId="S::25a31a05dq@pragati.ac.in::79ca16a3-579a-420b-9ab6-7923e04755ce" providerId="AD" clId="Web-{52341EBA-3BB2-D86E-73E5-421E86277E5B}" dt="2026-03-11T09:20:34.804" v="217" actId="20577"/>
          <ac:spMkLst>
            <pc:docMk/>
            <pc:sldMk cId="1575314418" sldId="358"/>
            <ac:spMk id="2" creationId="{37969E3F-3EE4-F7CF-3444-14A1C801CBFD}"/>
          </ac:spMkLst>
        </pc:spChg>
      </pc:sldChg>
      <pc:sldChg chg="modSp">
        <pc:chgData name="25a31a05dq" userId="S::25a31a05dq@pragati.ac.in::79ca16a3-579a-420b-9ab6-7923e04755ce" providerId="AD" clId="Web-{52341EBA-3BB2-D86E-73E5-421E86277E5B}" dt="2026-03-11T09:15:10.423" v="135" actId="20577"/>
        <pc:sldMkLst>
          <pc:docMk/>
          <pc:sldMk cId="1421755853" sldId="359"/>
        </pc:sldMkLst>
        <pc:spChg chg="mod">
          <ac:chgData name="25a31a05dq" userId="S::25a31a05dq@pragati.ac.in::79ca16a3-579a-420b-9ab6-7923e04755ce" providerId="AD" clId="Web-{52341EBA-3BB2-D86E-73E5-421E86277E5B}" dt="2026-03-11T09:15:10.423" v="135" actId="20577"/>
          <ac:spMkLst>
            <pc:docMk/>
            <pc:sldMk cId="1421755853" sldId="359"/>
            <ac:spMk id="2" creationId="{38BBB891-85AB-2BCC-ADE4-28851D3A1E45}"/>
          </ac:spMkLst>
        </pc:spChg>
      </pc:sldChg>
      <pc:sldChg chg="modSp">
        <pc:chgData name="25a31a05dq" userId="S::25a31a05dq@pragati.ac.in::79ca16a3-579a-420b-9ab6-7923e04755ce" providerId="AD" clId="Web-{52341EBA-3BB2-D86E-73E5-421E86277E5B}" dt="2026-03-11T09:23:09.713" v="249" actId="20577"/>
        <pc:sldMkLst>
          <pc:docMk/>
          <pc:sldMk cId="3085710182" sldId="360"/>
        </pc:sldMkLst>
        <pc:spChg chg="mod">
          <ac:chgData name="25a31a05dq" userId="S::25a31a05dq@pragati.ac.in::79ca16a3-579a-420b-9ab6-7923e04755ce" providerId="AD" clId="Web-{52341EBA-3BB2-D86E-73E5-421E86277E5B}" dt="2026-03-11T09:23:09.713" v="249" actId="20577"/>
          <ac:spMkLst>
            <pc:docMk/>
            <pc:sldMk cId="3085710182" sldId="360"/>
            <ac:spMk id="2" creationId="{610ED062-D5E5-A6A6-3095-DD3A35C0B241}"/>
          </ac:spMkLst>
        </pc:spChg>
        <pc:spChg chg="mod">
          <ac:chgData name="25a31a05dq" userId="S::25a31a05dq@pragati.ac.in::79ca16a3-579a-420b-9ab6-7923e04755ce" providerId="AD" clId="Web-{52341EBA-3BB2-D86E-73E5-421E86277E5B}" dt="2026-03-11T09:21:10.195" v="221" actId="20577"/>
          <ac:spMkLst>
            <pc:docMk/>
            <pc:sldMk cId="3085710182" sldId="360"/>
            <ac:spMk id="3" creationId="{33A0DCBE-AD44-62BB-BCD3-C368A52A386A}"/>
          </ac:spMkLst>
        </pc:spChg>
      </pc:sldChg>
      <pc:sldChg chg="modSp">
        <pc:chgData name="25a31a05dq" userId="S::25a31a05dq@pragati.ac.in::79ca16a3-579a-420b-9ab6-7923e04755ce" providerId="AD" clId="Web-{52341EBA-3BB2-D86E-73E5-421E86277E5B}" dt="2026-03-11T09:27:53.357" v="288" actId="20577"/>
        <pc:sldMkLst>
          <pc:docMk/>
          <pc:sldMk cId="3879201731" sldId="361"/>
        </pc:sldMkLst>
        <pc:spChg chg="mod">
          <ac:chgData name="25a31a05dq" userId="S::25a31a05dq@pragati.ac.in::79ca16a3-579a-420b-9ab6-7923e04755ce" providerId="AD" clId="Web-{52341EBA-3BB2-D86E-73E5-421E86277E5B}" dt="2026-03-11T09:27:53.357" v="288" actId="20577"/>
          <ac:spMkLst>
            <pc:docMk/>
            <pc:sldMk cId="3879201731" sldId="361"/>
            <ac:spMk id="2" creationId="{203BCCE9-7C7D-DA91-53BB-0FA3F1E1D3A8}"/>
          </ac:spMkLst>
        </pc:spChg>
      </pc:sldChg>
      <pc:sldChg chg="modSp">
        <pc:chgData name="25a31a05dq" userId="S::25a31a05dq@pragati.ac.in::79ca16a3-579a-420b-9ab6-7923e04755ce" providerId="AD" clId="Web-{52341EBA-3BB2-D86E-73E5-421E86277E5B}" dt="2026-03-11T09:34:26.463" v="366" actId="20577"/>
        <pc:sldMkLst>
          <pc:docMk/>
          <pc:sldMk cId="1620373027" sldId="363"/>
        </pc:sldMkLst>
        <pc:spChg chg="mod">
          <ac:chgData name="25a31a05dq" userId="S::25a31a05dq@pragati.ac.in::79ca16a3-579a-420b-9ab6-7923e04755ce" providerId="AD" clId="Web-{52341EBA-3BB2-D86E-73E5-421E86277E5B}" dt="2026-03-11T09:34:26.463" v="366" actId="20577"/>
          <ac:spMkLst>
            <pc:docMk/>
            <pc:sldMk cId="1620373027" sldId="363"/>
            <ac:spMk id="3" creationId="{AC41BE06-CD55-1149-9E62-245A6DAD7074}"/>
          </ac:spMkLst>
        </pc:spChg>
        <pc:spChg chg="mod">
          <ac:chgData name="25a31a05dq" userId="S::25a31a05dq@pragati.ac.in::79ca16a3-579a-420b-9ab6-7923e04755ce" providerId="AD" clId="Web-{52341EBA-3BB2-D86E-73E5-421E86277E5B}" dt="2026-03-11T09:25:05.565" v="261" actId="20577"/>
          <ac:spMkLst>
            <pc:docMk/>
            <pc:sldMk cId="1620373027" sldId="363"/>
            <ac:spMk id="4" creationId="{0FC90722-DF5E-4259-A932-3392EC34B683}"/>
          </ac:spMkLst>
        </pc:spChg>
      </pc:sldChg>
      <pc:sldChg chg="modSp">
        <pc:chgData name="25a31a05dq" userId="S::25a31a05dq@pragati.ac.in::79ca16a3-579a-420b-9ab6-7923e04755ce" providerId="AD" clId="Web-{52341EBA-3BB2-D86E-73E5-421E86277E5B}" dt="2026-03-11T09:26:20.805" v="275" actId="20577"/>
        <pc:sldMkLst>
          <pc:docMk/>
          <pc:sldMk cId="2710969930" sldId="364"/>
        </pc:sldMkLst>
        <pc:spChg chg="mod">
          <ac:chgData name="25a31a05dq" userId="S::25a31a05dq@pragati.ac.in::79ca16a3-579a-420b-9ab6-7923e04755ce" providerId="AD" clId="Web-{52341EBA-3BB2-D86E-73E5-421E86277E5B}" dt="2026-03-11T09:26:20.805" v="275" actId="20577"/>
          <ac:spMkLst>
            <pc:docMk/>
            <pc:sldMk cId="2710969930" sldId="364"/>
            <ac:spMk id="2" creationId="{FEEBCD53-9BF5-E2E9-E73E-118D595D1BED}"/>
          </ac:spMkLst>
        </pc:spChg>
        <pc:spChg chg="mod">
          <ac:chgData name="25a31a05dq" userId="S::25a31a05dq@pragati.ac.in::79ca16a3-579a-420b-9ab6-7923e04755ce" providerId="AD" clId="Web-{52341EBA-3BB2-D86E-73E5-421E86277E5B}" dt="2026-03-11T09:25:36.005" v="267" actId="20577"/>
          <ac:spMkLst>
            <pc:docMk/>
            <pc:sldMk cId="2710969930" sldId="364"/>
            <ac:spMk id="3" creationId="{F5D23D22-4932-7067-0890-BDB5192FAFF2}"/>
          </ac:spMkLst>
        </pc:spChg>
      </pc:sldChg>
      <pc:sldChg chg="modSp">
        <pc:chgData name="25a31a05dq" userId="S::25a31a05dq@pragati.ac.in::79ca16a3-579a-420b-9ab6-7923e04755ce" providerId="AD" clId="Web-{52341EBA-3BB2-D86E-73E5-421E86277E5B}" dt="2026-03-11T09:27:35.512" v="286" actId="20577"/>
        <pc:sldMkLst>
          <pc:docMk/>
          <pc:sldMk cId="873578345" sldId="365"/>
        </pc:sldMkLst>
        <pc:spChg chg="mod">
          <ac:chgData name="25a31a05dq" userId="S::25a31a05dq@pragati.ac.in::79ca16a3-579a-420b-9ab6-7923e04755ce" providerId="AD" clId="Web-{52341EBA-3BB2-D86E-73E5-421E86277E5B}" dt="2026-03-11T09:27:35.512" v="286" actId="20577"/>
          <ac:spMkLst>
            <pc:docMk/>
            <pc:sldMk cId="873578345" sldId="365"/>
            <ac:spMk id="2" creationId="{5C8315D4-8959-4DD4-EC47-F73A53CBBDF0}"/>
          </ac:spMkLst>
        </pc:spChg>
      </pc:sldChg>
      <pc:sldChg chg="modSp">
        <pc:chgData name="25a31a05dq" userId="S::25a31a05dq@pragati.ac.in::79ca16a3-579a-420b-9ab6-7923e04755ce" providerId="AD" clId="Web-{52341EBA-3BB2-D86E-73E5-421E86277E5B}" dt="2026-03-11T09:34:20.088" v="365" actId="20577"/>
        <pc:sldMkLst>
          <pc:docMk/>
          <pc:sldMk cId="3981051379" sldId="366"/>
        </pc:sldMkLst>
        <pc:spChg chg="mod">
          <ac:chgData name="25a31a05dq" userId="S::25a31a05dq@pragati.ac.in::79ca16a3-579a-420b-9ab6-7923e04755ce" providerId="AD" clId="Web-{52341EBA-3BB2-D86E-73E5-421E86277E5B}" dt="2026-03-11T09:34:20.088" v="365" actId="20577"/>
          <ac:spMkLst>
            <pc:docMk/>
            <pc:sldMk cId="3981051379" sldId="366"/>
            <ac:spMk id="3" creationId="{170BE20B-91AF-BC3E-3D4B-47126DE23D5D}"/>
          </ac:spMkLst>
        </pc:spChg>
        <pc:spChg chg="mod">
          <ac:chgData name="25a31a05dq" userId="S::25a31a05dq@pragati.ac.in::79ca16a3-579a-420b-9ab6-7923e04755ce" providerId="AD" clId="Web-{52341EBA-3BB2-D86E-73E5-421E86277E5B}" dt="2026-03-11T09:29:21.861" v="300" actId="20577"/>
          <ac:spMkLst>
            <pc:docMk/>
            <pc:sldMk cId="3981051379" sldId="366"/>
            <ac:spMk id="4" creationId="{6FA97CA3-BBF0-7EB2-B7F9-567AC7C27781}"/>
          </ac:spMkLst>
        </pc:spChg>
      </pc:sldChg>
      <pc:sldChg chg="modSp">
        <pc:chgData name="25a31a05dq" userId="S::25a31a05dq@pragati.ac.in::79ca16a3-579a-420b-9ab6-7923e04755ce" providerId="AD" clId="Web-{52341EBA-3BB2-D86E-73E5-421E86277E5B}" dt="2026-03-11T09:34:15.291" v="364" actId="20577"/>
        <pc:sldMkLst>
          <pc:docMk/>
          <pc:sldMk cId="3890614366" sldId="367"/>
        </pc:sldMkLst>
        <pc:spChg chg="mod">
          <ac:chgData name="25a31a05dq" userId="S::25a31a05dq@pragati.ac.in::79ca16a3-579a-420b-9ab6-7923e04755ce" providerId="AD" clId="Web-{52341EBA-3BB2-D86E-73E5-421E86277E5B}" dt="2026-03-11T09:34:15.291" v="364" actId="20577"/>
          <ac:spMkLst>
            <pc:docMk/>
            <pc:sldMk cId="3890614366" sldId="367"/>
            <ac:spMk id="3" creationId="{DE8D8FD0-9033-1095-82BF-A01D2702AD85}"/>
          </ac:spMkLst>
        </pc:spChg>
        <pc:spChg chg="mod">
          <ac:chgData name="25a31a05dq" userId="S::25a31a05dq@pragati.ac.in::79ca16a3-579a-420b-9ab6-7923e04755ce" providerId="AD" clId="Web-{52341EBA-3BB2-D86E-73E5-421E86277E5B}" dt="2026-03-11T09:33:34.492" v="347" actId="20577"/>
          <ac:spMkLst>
            <pc:docMk/>
            <pc:sldMk cId="3890614366" sldId="367"/>
            <ac:spMk id="4" creationId="{E53EB920-37A5-D0B8-ABE5-F5EA7D3C28CE}"/>
          </ac:spMkLst>
        </pc:spChg>
      </pc:sldChg>
      <pc:sldChg chg="modSp">
        <pc:chgData name="25a31a05dq" userId="S::25a31a05dq@pragati.ac.in::79ca16a3-579a-420b-9ab6-7923e04755ce" providerId="AD" clId="Web-{52341EBA-3BB2-D86E-73E5-421E86277E5B}" dt="2026-03-11T09:32:16.585" v="334" actId="20577"/>
        <pc:sldMkLst>
          <pc:docMk/>
          <pc:sldMk cId="1814788852" sldId="368"/>
        </pc:sldMkLst>
        <pc:spChg chg="mod">
          <ac:chgData name="25a31a05dq" userId="S::25a31a05dq@pragati.ac.in::79ca16a3-579a-420b-9ab6-7923e04755ce" providerId="AD" clId="Web-{52341EBA-3BB2-D86E-73E5-421E86277E5B}" dt="2026-03-11T09:32:16.585" v="334" actId="20577"/>
          <ac:spMkLst>
            <pc:docMk/>
            <pc:sldMk cId="1814788852" sldId="368"/>
            <ac:spMk id="2" creationId="{18FD9CCE-27D2-0C47-58E1-A8B1F29697BD}"/>
          </ac:spMkLst>
        </pc:spChg>
      </pc:sldChg>
      <pc:sldChg chg="modSp">
        <pc:chgData name="25a31a05dq" userId="S::25a31a05dq@pragati.ac.in::79ca16a3-579a-420b-9ab6-7923e04755ce" providerId="AD" clId="Web-{52341EBA-3BB2-D86E-73E5-421E86277E5B}" dt="2026-03-11T09:31:30.193" v="322" actId="20577"/>
        <pc:sldMkLst>
          <pc:docMk/>
          <pc:sldMk cId="1580102305" sldId="369"/>
        </pc:sldMkLst>
        <pc:spChg chg="mod">
          <ac:chgData name="25a31a05dq" userId="S::25a31a05dq@pragati.ac.in::79ca16a3-579a-420b-9ab6-7923e04755ce" providerId="AD" clId="Web-{52341EBA-3BB2-D86E-73E5-421E86277E5B}" dt="2026-03-11T09:31:30.193" v="322" actId="20577"/>
          <ac:spMkLst>
            <pc:docMk/>
            <pc:sldMk cId="1580102305" sldId="369"/>
            <ac:spMk id="2" creationId="{7FCDE51E-0849-DA74-DB7A-172E69F7A607}"/>
          </ac:spMkLst>
        </pc:spChg>
        <pc:spChg chg="mod">
          <ac:chgData name="25a31a05dq" userId="S::25a31a05dq@pragati.ac.in::79ca16a3-579a-420b-9ab6-7923e04755ce" providerId="AD" clId="Web-{52341EBA-3BB2-D86E-73E5-421E86277E5B}" dt="2026-03-11T09:30:41.457" v="312" actId="20577"/>
          <ac:spMkLst>
            <pc:docMk/>
            <pc:sldMk cId="1580102305" sldId="369"/>
            <ac:spMk id="3" creationId="{FB3E14D3-30C8-5E30-5072-D622304D44AB}"/>
          </ac:spMkLst>
        </pc:spChg>
      </pc:sldChg>
      <pc:sldChg chg="modSp">
        <pc:chgData name="25a31a05dq" userId="S::25a31a05dq@pragati.ac.in::79ca16a3-579a-420b-9ab6-7923e04755ce" providerId="AD" clId="Web-{52341EBA-3BB2-D86E-73E5-421E86277E5B}" dt="2026-03-11T09:36:44.244" v="375" actId="20577"/>
        <pc:sldMkLst>
          <pc:docMk/>
          <pc:sldMk cId="1744095494" sldId="370"/>
        </pc:sldMkLst>
        <pc:spChg chg="mod">
          <ac:chgData name="25a31a05dq" userId="S::25a31a05dq@pragati.ac.in::79ca16a3-579a-420b-9ab6-7923e04755ce" providerId="AD" clId="Web-{52341EBA-3BB2-D86E-73E5-421E86277E5B}" dt="2026-03-11T09:36:44.244" v="375" actId="20577"/>
          <ac:spMkLst>
            <pc:docMk/>
            <pc:sldMk cId="1744095494" sldId="370"/>
            <ac:spMk id="2" creationId="{4232E53D-79DD-9C45-279D-3DDCBEC8DE59}"/>
          </ac:spMkLst>
        </pc:spChg>
      </pc:sldChg>
      <pc:sldChg chg="new del">
        <pc:chgData name="25a31a05dq" userId="S::25a31a05dq@pragati.ac.in::79ca16a3-579a-420b-9ab6-7923e04755ce" providerId="AD" clId="Web-{52341EBA-3BB2-D86E-73E5-421E86277E5B}" dt="2026-03-11T09:37:02.885" v="377"/>
        <pc:sldMkLst>
          <pc:docMk/>
          <pc:sldMk cId="245601870" sldId="373"/>
        </pc:sldMkLst>
      </pc:sldChg>
      <pc:sldChg chg="modSp new">
        <pc:chgData name="25a31a05dq" userId="S::25a31a05dq@pragati.ac.in::79ca16a3-579a-420b-9ab6-7923e04755ce" providerId="AD" clId="Web-{52341EBA-3BB2-D86E-73E5-421E86277E5B}" dt="2026-03-11T09:40:18.612" v="431" actId="20577"/>
        <pc:sldMkLst>
          <pc:docMk/>
          <pc:sldMk cId="1336344466" sldId="373"/>
        </pc:sldMkLst>
        <pc:spChg chg="mod">
          <ac:chgData name="25a31a05dq" userId="S::25a31a05dq@pragati.ac.in::79ca16a3-579a-420b-9ab6-7923e04755ce" providerId="AD" clId="Web-{52341EBA-3BB2-D86E-73E5-421E86277E5B}" dt="2026-03-11T09:39:45.480" v="423" actId="20577"/>
          <ac:spMkLst>
            <pc:docMk/>
            <pc:sldMk cId="1336344466" sldId="373"/>
            <ac:spMk id="5" creationId="{BBD717BD-E682-9D12-9EE6-DDE23341C01E}"/>
          </ac:spMkLst>
        </pc:spChg>
        <pc:spChg chg="mod">
          <ac:chgData name="25a31a05dq" userId="S::25a31a05dq@pragati.ac.in::79ca16a3-579a-420b-9ab6-7923e04755ce" providerId="AD" clId="Web-{52341EBA-3BB2-D86E-73E5-421E86277E5B}" dt="2026-03-11T09:40:09.314" v="429" actId="20577"/>
          <ac:spMkLst>
            <pc:docMk/>
            <pc:sldMk cId="1336344466" sldId="373"/>
            <ac:spMk id="6" creationId="{30BF6F83-EC22-2DFC-2F6F-8AB7BF96C4BC}"/>
          </ac:spMkLst>
        </pc:spChg>
        <pc:spChg chg="mod">
          <ac:chgData name="25a31a05dq" userId="S::25a31a05dq@pragati.ac.in::79ca16a3-579a-420b-9ab6-7923e04755ce" providerId="AD" clId="Web-{52341EBA-3BB2-D86E-73E5-421E86277E5B}" dt="2026-03-11T09:40:18.612" v="431" actId="20577"/>
          <ac:spMkLst>
            <pc:docMk/>
            <pc:sldMk cId="1336344466" sldId="373"/>
            <ac:spMk id="7" creationId="{6D446934-BEDB-A54D-1589-D0280F181D8E}"/>
          </ac:spMkLst>
        </pc:spChg>
        <pc:spChg chg="mod">
          <ac:chgData name="25a31a05dq" userId="S::25a31a05dq@pragati.ac.in::79ca16a3-579a-420b-9ab6-7923e04755ce" providerId="AD" clId="Web-{52341EBA-3BB2-D86E-73E5-421E86277E5B}" dt="2026-03-11T09:37:43.806" v="402" actId="20577"/>
          <ac:spMkLst>
            <pc:docMk/>
            <pc:sldMk cId="1336344466" sldId="373"/>
            <ac:spMk id="8" creationId="{EF6052FB-8BD5-1081-81A4-F61657CBBC25}"/>
          </ac:spMkLst>
        </pc:spChg>
      </pc:sldChg>
    </pc:docChg>
  </pc:docChgLst>
  <pc:docChgLst>
    <pc:chgData name="25a31a05dq" userId="S::25a31a05dq@pragati.ac.in::79ca16a3-579a-420b-9ab6-7923e04755ce" providerId="AD" clId="Web-{34DC10BA-F1F5-FCB8-763F-DA094AA3540F}"/>
    <pc:docChg chg="modSld">
      <pc:chgData name="25a31a05dq" userId="S::25a31a05dq@pragati.ac.in::79ca16a3-579a-420b-9ab6-7923e04755ce" providerId="AD" clId="Web-{34DC10BA-F1F5-FCB8-763F-DA094AA3540F}" dt="2026-03-11T10:16:03.412" v="60"/>
      <pc:docMkLst>
        <pc:docMk/>
      </pc:docMkLst>
      <pc:sldChg chg="modSp">
        <pc:chgData name="25a31a05dq" userId="S::25a31a05dq@pragati.ac.in::79ca16a3-579a-420b-9ab6-7923e04755ce" providerId="AD" clId="Web-{34DC10BA-F1F5-FCB8-763F-DA094AA3540F}" dt="2026-03-11T10:14:39.488" v="47"/>
        <pc:sldMkLst>
          <pc:docMk/>
          <pc:sldMk cId="3451096961" sldId="356"/>
        </pc:sldMkLst>
        <pc:spChg chg="mod">
          <ac:chgData name="25a31a05dq" userId="S::25a31a05dq@pragati.ac.in::79ca16a3-579a-420b-9ab6-7923e04755ce" providerId="AD" clId="Web-{34DC10BA-F1F5-FCB8-763F-DA094AA3540F}" dt="2026-03-11T10:02:39.287" v="4" actId="20577"/>
          <ac:spMkLst>
            <pc:docMk/>
            <pc:sldMk cId="3451096961" sldId="356"/>
            <ac:spMk id="4" creationId="{5B7AEFB0-51F2-5449-996C-73382891D2F9}"/>
          </ac:spMkLst>
        </pc:spChg>
        <pc:picChg chg="mod">
          <ac:chgData name="25a31a05dq" userId="S::25a31a05dq@pragati.ac.in::79ca16a3-579a-420b-9ab6-7923e04755ce" providerId="AD" clId="Web-{34DC10BA-F1F5-FCB8-763F-DA094AA3540F}" dt="2026-03-11T10:14:39.488" v="47"/>
          <ac:picMkLst>
            <pc:docMk/>
            <pc:sldMk cId="3451096961" sldId="356"/>
            <ac:picMk id="6" creationId="{09C780CE-8C54-48A3-BDFB-269FD35E3750}"/>
          </ac:picMkLst>
        </pc:picChg>
      </pc:sldChg>
      <pc:sldChg chg="modSp">
        <pc:chgData name="25a31a05dq" userId="S::25a31a05dq@pragati.ac.in::79ca16a3-579a-420b-9ab6-7923e04755ce" providerId="AD" clId="Web-{34DC10BA-F1F5-FCB8-763F-DA094AA3540F}" dt="2026-03-11T10:14:58.238" v="52"/>
        <pc:sldMkLst>
          <pc:docMk/>
          <pc:sldMk cId="1107570382" sldId="357"/>
        </pc:sldMkLst>
        <pc:picChg chg="mod">
          <ac:chgData name="25a31a05dq" userId="S::25a31a05dq@pragati.ac.in::79ca16a3-579a-420b-9ab6-7923e04755ce" providerId="AD" clId="Web-{34DC10BA-F1F5-FCB8-763F-DA094AA3540F}" dt="2026-03-11T10:14:58.238" v="52"/>
          <ac:picMkLst>
            <pc:docMk/>
            <pc:sldMk cId="1107570382" sldId="357"/>
            <ac:picMk id="5" creationId="{92AEAF09-F3D3-D667-C78C-62D8EF436B63}"/>
          </ac:picMkLst>
        </pc:picChg>
      </pc:sldChg>
      <pc:sldChg chg="modSp">
        <pc:chgData name="25a31a05dq" userId="S::25a31a05dq@pragati.ac.in::79ca16a3-579a-420b-9ab6-7923e04755ce" providerId="AD" clId="Web-{34DC10BA-F1F5-FCB8-763F-DA094AA3540F}" dt="2026-03-11T10:16:03.412" v="60"/>
        <pc:sldMkLst>
          <pc:docMk/>
          <pc:sldMk cId="1421755853" sldId="359"/>
        </pc:sldMkLst>
        <pc:picChg chg="mod modCrop">
          <ac:chgData name="25a31a05dq" userId="S::25a31a05dq@pragati.ac.in::79ca16a3-579a-420b-9ab6-7923e04755ce" providerId="AD" clId="Web-{34DC10BA-F1F5-FCB8-763F-DA094AA3540F}" dt="2026-03-11T10:16:03.412" v="60"/>
          <ac:picMkLst>
            <pc:docMk/>
            <pc:sldMk cId="1421755853" sldId="359"/>
            <ac:picMk id="4" creationId="{DDC4C75B-8827-1247-3969-1998282990D4}"/>
          </ac:picMkLst>
        </pc:picChg>
      </pc:sldChg>
    </pc:docChg>
  </pc:docChgLst>
  <pc:docChgLst>
    <pc:chgData name="25a31a05dq" userId="S::25a31a05dq@pragati.ac.in::79ca16a3-579a-420b-9ab6-7923e04755ce" providerId="AD" clId="Web-{9A154C16-384E-31E4-486A-F28929917530}"/>
    <pc:docChg chg="addSld delSld modSld sldOrd">
      <pc:chgData name="25a31a05dq" userId="S::25a31a05dq@pragati.ac.in::79ca16a3-579a-420b-9ab6-7923e04755ce" providerId="AD" clId="Web-{9A154C16-384E-31E4-486A-F28929917530}" dt="2026-03-10T19:07:12.893" v="439"/>
      <pc:docMkLst>
        <pc:docMk/>
      </pc:docMkLst>
      <pc:sldChg chg="del">
        <pc:chgData name="25a31a05dq" userId="S::25a31a05dq@pragati.ac.in::79ca16a3-579a-420b-9ab6-7923e04755ce" providerId="AD" clId="Web-{9A154C16-384E-31E4-486A-F28929917530}" dt="2026-03-10T18:28:07.091" v="6"/>
        <pc:sldMkLst>
          <pc:docMk/>
          <pc:sldMk cId="2276898735" sldId="257"/>
        </pc:sldMkLst>
      </pc:sldChg>
      <pc:sldChg chg="del">
        <pc:chgData name="25a31a05dq" userId="S::25a31a05dq@pragati.ac.in::79ca16a3-579a-420b-9ab6-7923e04755ce" providerId="AD" clId="Web-{9A154C16-384E-31E4-486A-F28929917530}" dt="2026-03-10T18:28:06.076" v="4"/>
        <pc:sldMkLst>
          <pc:docMk/>
          <pc:sldMk cId="1255359701" sldId="284"/>
        </pc:sldMkLst>
      </pc:sldChg>
      <pc:sldChg chg="del">
        <pc:chgData name="25a31a05dq" userId="S::25a31a05dq@pragati.ac.in::79ca16a3-579a-420b-9ab6-7923e04755ce" providerId="AD" clId="Web-{9A154C16-384E-31E4-486A-F28929917530}" dt="2026-03-10T18:28:05.091" v="3"/>
        <pc:sldMkLst>
          <pc:docMk/>
          <pc:sldMk cId="1640389276" sldId="285"/>
        </pc:sldMkLst>
      </pc:sldChg>
      <pc:sldChg chg="del">
        <pc:chgData name="25a31a05dq" userId="S::25a31a05dq@pragati.ac.in::79ca16a3-579a-420b-9ab6-7923e04755ce" providerId="AD" clId="Web-{9A154C16-384E-31E4-486A-F28929917530}" dt="2026-03-10T18:28:03.607" v="1"/>
        <pc:sldMkLst>
          <pc:docMk/>
          <pc:sldMk cId="3494493743" sldId="344"/>
        </pc:sldMkLst>
      </pc:sldChg>
      <pc:sldChg chg="del">
        <pc:chgData name="25a31a05dq" userId="S::25a31a05dq@pragati.ac.in::79ca16a3-579a-420b-9ab6-7923e04755ce" providerId="AD" clId="Web-{9A154C16-384E-31E4-486A-F28929917530}" dt="2026-03-10T18:28:02.029" v="0"/>
        <pc:sldMkLst>
          <pc:docMk/>
          <pc:sldMk cId="3512217245" sldId="347"/>
        </pc:sldMkLst>
      </pc:sldChg>
      <pc:sldChg chg="del">
        <pc:chgData name="25a31a05dq" userId="S::25a31a05dq@pragati.ac.in::79ca16a3-579a-420b-9ab6-7923e04755ce" providerId="AD" clId="Web-{9A154C16-384E-31E4-486A-F28929917530}" dt="2026-03-10T18:28:06.466" v="5"/>
        <pc:sldMkLst>
          <pc:docMk/>
          <pc:sldMk cId="971976701" sldId="350"/>
        </pc:sldMkLst>
      </pc:sldChg>
      <pc:sldChg chg="del">
        <pc:chgData name="25a31a05dq" userId="S::25a31a05dq@pragati.ac.in::79ca16a3-579a-420b-9ab6-7923e04755ce" providerId="AD" clId="Web-{9A154C16-384E-31E4-486A-F28929917530}" dt="2026-03-10T18:28:07.388" v="7"/>
        <pc:sldMkLst>
          <pc:docMk/>
          <pc:sldMk cId="2323782088" sldId="351"/>
        </pc:sldMkLst>
      </pc:sldChg>
      <pc:sldChg chg="del">
        <pc:chgData name="25a31a05dq" userId="S::25a31a05dq@pragati.ac.in::79ca16a3-579a-420b-9ab6-7923e04755ce" providerId="AD" clId="Web-{9A154C16-384E-31E4-486A-F28929917530}" dt="2026-03-10T18:28:04.529" v="2"/>
        <pc:sldMkLst>
          <pc:docMk/>
          <pc:sldMk cId="2951688519" sldId="354"/>
        </pc:sldMkLst>
      </pc:sldChg>
      <pc:sldChg chg="modSp">
        <pc:chgData name="25a31a05dq" userId="S::25a31a05dq@pragati.ac.in::79ca16a3-579a-420b-9ab6-7923e04755ce" providerId="AD" clId="Web-{9A154C16-384E-31E4-486A-F28929917530}" dt="2026-03-10T18:32:26.544" v="97" actId="20577"/>
        <pc:sldMkLst>
          <pc:docMk/>
          <pc:sldMk cId="3451096961" sldId="356"/>
        </pc:sldMkLst>
        <pc:spChg chg="mod">
          <ac:chgData name="25a31a05dq" userId="S::25a31a05dq@pragati.ac.in::79ca16a3-579a-420b-9ab6-7923e04755ce" providerId="AD" clId="Web-{9A154C16-384E-31E4-486A-F28929917530}" dt="2026-03-10T18:32:03.341" v="92" actId="14100"/>
          <ac:spMkLst>
            <pc:docMk/>
            <pc:sldMk cId="3451096961" sldId="356"/>
            <ac:spMk id="4" creationId="{5B7AEFB0-51F2-5449-996C-73382891D2F9}"/>
          </ac:spMkLst>
        </pc:spChg>
        <pc:spChg chg="mod">
          <ac:chgData name="25a31a05dq" userId="S::25a31a05dq@pragati.ac.in::79ca16a3-579a-420b-9ab6-7923e04755ce" providerId="AD" clId="Web-{9A154C16-384E-31E4-486A-F28929917530}" dt="2026-03-10T18:32:26.544" v="97" actId="20577"/>
          <ac:spMkLst>
            <pc:docMk/>
            <pc:sldMk cId="3451096961" sldId="356"/>
            <ac:spMk id="5" creationId="{B0F6D6CF-8D73-6643-A348-53AAE29FD1C2}"/>
          </ac:spMkLst>
        </pc:spChg>
      </pc:sldChg>
      <pc:sldChg chg="modSp new ord">
        <pc:chgData name="25a31a05dq" userId="S::25a31a05dq@pragati.ac.in::79ca16a3-579a-420b-9ab6-7923e04755ce" providerId="AD" clId="Web-{9A154C16-384E-31E4-486A-F28929917530}" dt="2026-03-10T18:37:24.432" v="135" actId="20577"/>
        <pc:sldMkLst>
          <pc:docMk/>
          <pc:sldMk cId="1107570382" sldId="357"/>
        </pc:sldMkLst>
        <pc:spChg chg="mod">
          <ac:chgData name="25a31a05dq" userId="S::25a31a05dq@pragati.ac.in::79ca16a3-579a-420b-9ab6-7923e04755ce" providerId="AD" clId="Web-{9A154C16-384E-31E4-486A-F28929917530}" dt="2026-03-10T18:37:24.432" v="135" actId="20577"/>
          <ac:spMkLst>
            <pc:docMk/>
            <pc:sldMk cId="1107570382" sldId="357"/>
            <ac:spMk id="2" creationId="{4EB969F0-98CE-3335-09E3-316C63EA2A1C}"/>
          </ac:spMkLst>
        </pc:spChg>
      </pc:sldChg>
      <pc:sldChg chg="new del">
        <pc:chgData name="25a31a05dq" userId="S::25a31a05dq@pragati.ac.in::79ca16a3-579a-420b-9ab6-7923e04755ce" providerId="AD" clId="Web-{9A154C16-384E-31E4-486A-F28929917530}" dt="2026-03-10T18:33:38.262" v="102"/>
        <pc:sldMkLst>
          <pc:docMk/>
          <pc:sldMk cId="350307251" sldId="358"/>
        </pc:sldMkLst>
      </pc:sldChg>
      <pc:sldChg chg="delSp modSp new">
        <pc:chgData name="25a31a05dq" userId="S::25a31a05dq@pragati.ac.in::79ca16a3-579a-420b-9ab6-7923e04755ce" providerId="AD" clId="Web-{9A154C16-384E-31E4-486A-F28929917530}" dt="2026-03-10T18:45:00.491" v="212" actId="20577"/>
        <pc:sldMkLst>
          <pc:docMk/>
          <pc:sldMk cId="1575314418" sldId="358"/>
        </pc:sldMkLst>
        <pc:spChg chg="mod">
          <ac:chgData name="25a31a05dq" userId="S::25a31a05dq@pragati.ac.in::79ca16a3-579a-420b-9ab6-7923e04755ce" providerId="AD" clId="Web-{9A154C16-384E-31E4-486A-F28929917530}" dt="2026-03-10T18:45:00.491" v="212" actId="20577"/>
          <ac:spMkLst>
            <pc:docMk/>
            <pc:sldMk cId="1575314418" sldId="358"/>
            <ac:spMk id="2" creationId="{37969E3F-3EE4-F7CF-3444-14A1C801CBFD}"/>
          </ac:spMkLst>
        </pc:spChg>
        <pc:spChg chg="del">
          <ac:chgData name="25a31a05dq" userId="S::25a31a05dq@pragati.ac.in::79ca16a3-579a-420b-9ab6-7923e04755ce" providerId="AD" clId="Web-{9A154C16-384E-31E4-486A-F28929917530}" dt="2026-03-10T18:34:39.387" v="105"/>
          <ac:spMkLst>
            <pc:docMk/>
            <pc:sldMk cId="1575314418" sldId="358"/>
            <ac:spMk id="3" creationId="{EFE23E2C-23D4-EC07-29BE-4E141CF7B2CA}"/>
          </ac:spMkLst>
        </pc:spChg>
      </pc:sldChg>
      <pc:sldChg chg="new del">
        <pc:chgData name="25a31a05dq" userId="S::25a31a05dq@pragati.ac.in::79ca16a3-579a-420b-9ab6-7923e04755ce" providerId="AD" clId="Web-{9A154C16-384E-31E4-486A-F28929917530}" dt="2026-03-10T18:33:23.966" v="100"/>
        <pc:sldMkLst>
          <pc:docMk/>
          <pc:sldMk cId="2008341023" sldId="358"/>
        </pc:sldMkLst>
      </pc:sldChg>
      <pc:sldChg chg="modSp add replId">
        <pc:chgData name="25a31a05dq" userId="S::25a31a05dq@pragati.ac.in::79ca16a3-579a-420b-9ab6-7923e04755ce" providerId="AD" clId="Web-{9A154C16-384E-31E4-486A-F28929917530}" dt="2026-03-10T18:56:39.286" v="295" actId="20577"/>
        <pc:sldMkLst>
          <pc:docMk/>
          <pc:sldMk cId="1421755853" sldId="359"/>
        </pc:sldMkLst>
        <pc:spChg chg="mod">
          <ac:chgData name="25a31a05dq" userId="S::25a31a05dq@pragati.ac.in::79ca16a3-579a-420b-9ab6-7923e04755ce" providerId="AD" clId="Web-{9A154C16-384E-31E4-486A-F28929917530}" dt="2026-03-10T18:56:39.286" v="295" actId="20577"/>
          <ac:spMkLst>
            <pc:docMk/>
            <pc:sldMk cId="1421755853" sldId="359"/>
            <ac:spMk id="2" creationId="{38BBB891-85AB-2BCC-ADE4-28851D3A1E45}"/>
          </ac:spMkLst>
        </pc:spChg>
      </pc:sldChg>
      <pc:sldChg chg="new del">
        <pc:chgData name="25a31a05dq" userId="S::25a31a05dq@pragati.ac.in::79ca16a3-579a-420b-9ab6-7923e04755ce" providerId="AD" clId="Web-{9A154C16-384E-31E4-486A-F28929917530}" dt="2026-03-10T18:46:18.210" v="214"/>
        <pc:sldMkLst>
          <pc:docMk/>
          <pc:sldMk cId="141145908" sldId="360"/>
        </pc:sldMkLst>
      </pc:sldChg>
      <pc:sldChg chg="modSp new">
        <pc:chgData name="25a31a05dq" userId="S::25a31a05dq@pragati.ac.in::79ca16a3-579a-420b-9ab6-7923e04755ce" providerId="AD" clId="Web-{9A154C16-384E-31E4-486A-F28929917530}" dt="2026-03-10T18:51:38.818" v="251" actId="20577"/>
        <pc:sldMkLst>
          <pc:docMk/>
          <pc:sldMk cId="3085710182" sldId="360"/>
        </pc:sldMkLst>
        <pc:spChg chg="mod">
          <ac:chgData name="25a31a05dq" userId="S::25a31a05dq@pragati.ac.in::79ca16a3-579a-420b-9ab6-7923e04755ce" providerId="AD" clId="Web-{9A154C16-384E-31E4-486A-F28929917530}" dt="2026-03-10T18:50:33.568" v="238" actId="20577"/>
          <ac:spMkLst>
            <pc:docMk/>
            <pc:sldMk cId="3085710182" sldId="360"/>
            <ac:spMk id="2" creationId="{610ED062-D5E5-A6A6-3095-DD3A35C0B241}"/>
          </ac:spMkLst>
        </pc:spChg>
        <pc:spChg chg="mod">
          <ac:chgData name="25a31a05dq" userId="S::25a31a05dq@pragati.ac.in::79ca16a3-579a-420b-9ab6-7923e04755ce" providerId="AD" clId="Web-{9A154C16-384E-31E4-486A-F28929917530}" dt="2026-03-10T18:51:38.818" v="251" actId="20577"/>
          <ac:spMkLst>
            <pc:docMk/>
            <pc:sldMk cId="3085710182" sldId="360"/>
            <ac:spMk id="3" creationId="{33A0DCBE-AD44-62BB-BCD3-C368A52A386A}"/>
          </ac:spMkLst>
        </pc:spChg>
      </pc:sldChg>
      <pc:sldChg chg="new del">
        <pc:chgData name="25a31a05dq" userId="S::25a31a05dq@pragati.ac.in::79ca16a3-579a-420b-9ab6-7923e04755ce" providerId="AD" clId="Web-{9A154C16-384E-31E4-486A-F28929917530}" dt="2026-03-10T18:46:52.006" v="217"/>
        <pc:sldMkLst>
          <pc:docMk/>
          <pc:sldMk cId="2225577178" sldId="361"/>
        </pc:sldMkLst>
      </pc:sldChg>
      <pc:sldChg chg="modSp new">
        <pc:chgData name="25a31a05dq" userId="S::25a31a05dq@pragati.ac.in::79ca16a3-579a-420b-9ab6-7923e04755ce" providerId="AD" clId="Web-{9A154C16-384E-31E4-486A-F28929917530}" dt="2026-03-10T18:58:06.520" v="302" actId="20577"/>
        <pc:sldMkLst>
          <pc:docMk/>
          <pc:sldMk cId="3879201731" sldId="361"/>
        </pc:sldMkLst>
        <pc:spChg chg="mod">
          <ac:chgData name="25a31a05dq" userId="S::25a31a05dq@pragati.ac.in::79ca16a3-579a-420b-9ab6-7923e04755ce" providerId="AD" clId="Web-{9A154C16-384E-31E4-486A-F28929917530}" dt="2026-03-10T18:58:06.520" v="302" actId="20577"/>
          <ac:spMkLst>
            <pc:docMk/>
            <pc:sldMk cId="3879201731" sldId="361"/>
            <ac:spMk id="2" creationId="{203BCCE9-7C7D-DA91-53BB-0FA3F1E1D3A8}"/>
          </ac:spMkLst>
        </pc:spChg>
        <pc:spChg chg="mod">
          <ac:chgData name="25a31a05dq" userId="S::25a31a05dq@pragati.ac.in::79ca16a3-579a-420b-9ab6-7923e04755ce" providerId="AD" clId="Web-{9A154C16-384E-31E4-486A-F28929917530}" dt="2026-03-10T18:57:33.364" v="298"/>
          <ac:spMkLst>
            <pc:docMk/>
            <pc:sldMk cId="3879201731" sldId="361"/>
            <ac:spMk id="3" creationId="{B34D4199-D259-4835-AE16-D3E8DDD15C47}"/>
          </ac:spMkLst>
        </pc:spChg>
      </pc:sldChg>
      <pc:sldChg chg="new del">
        <pc:chgData name="25a31a05dq" userId="S::25a31a05dq@pragati.ac.in::79ca16a3-579a-420b-9ab6-7923e04755ce" providerId="AD" clId="Web-{9A154C16-384E-31E4-486A-F28929917530}" dt="2026-03-10T18:47:27.288" v="220"/>
        <pc:sldMkLst>
          <pc:docMk/>
          <pc:sldMk cId="10526173" sldId="362"/>
        </pc:sldMkLst>
      </pc:sldChg>
      <pc:sldChg chg="delSp modSp new del">
        <pc:chgData name="25a31a05dq" userId="S::25a31a05dq@pragati.ac.in::79ca16a3-579a-420b-9ab6-7923e04755ce" providerId="AD" clId="Web-{9A154C16-384E-31E4-486A-F28929917530}" dt="2026-03-10T18:49:28.740" v="228"/>
        <pc:sldMkLst>
          <pc:docMk/>
          <pc:sldMk cId="4135216332" sldId="362"/>
        </pc:sldMkLst>
        <pc:spChg chg="del">
          <ac:chgData name="25a31a05dq" userId="S::25a31a05dq@pragati.ac.in::79ca16a3-579a-420b-9ab6-7923e04755ce" providerId="AD" clId="Web-{9A154C16-384E-31E4-486A-F28929917530}" dt="2026-03-10T18:48:05.991" v="222"/>
          <ac:spMkLst>
            <pc:docMk/>
            <pc:sldMk cId="4135216332" sldId="362"/>
            <ac:spMk id="2" creationId="{3242F7E1-3914-745B-1B1B-BDD5E0B5E490}"/>
          </ac:spMkLst>
        </pc:spChg>
        <pc:spChg chg="mod">
          <ac:chgData name="25a31a05dq" userId="S::25a31a05dq@pragati.ac.in::79ca16a3-579a-420b-9ab6-7923e04755ce" providerId="AD" clId="Web-{9A154C16-384E-31E4-486A-F28929917530}" dt="2026-03-10T18:48:55.444" v="225" actId="1076"/>
          <ac:spMkLst>
            <pc:docMk/>
            <pc:sldMk cId="4135216332" sldId="362"/>
            <ac:spMk id="3" creationId="{FCCF5B6C-3046-8B2F-406A-45C72891623A}"/>
          </ac:spMkLst>
        </pc:spChg>
        <pc:spChg chg="mod">
          <ac:chgData name="25a31a05dq" userId="S::25a31a05dq@pragati.ac.in::79ca16a3-579a-420b-9ab6-7923e04755ce" providerId="AD" clId="Web-{9A154C16-384E-31E4-486A-F28929917530}" dt="2026-03-10T18:48:55.459" v="226" actId="1076"/>
          <ac:spMkLst>
            <pc:docMk/>
            <pc:sldMk cId="4135216332" sldId="362"/>
            <ac:spMk id="4" creationId="{8C44FF1E-E84B-C332-9252-27F0268EA6FC}"/>
          </ac:spMkLst>
        </pc:spChg>
      </pc:sldChg>
      <pc:sldChg chg="modSp new">
        <pc:chgData name="25a31a05dq" userId="S::25a31a05dq@pragati.ac.in::79ca16a3-579a-420b-9ab6-7923e04755ce" providerId="AD" clId="Web-{9A154C16-384E-31E4-486A-F28929917530}" dt="2026-03-10T19:06:01.034" v="421" actId="14100"/>
        <pc:sldMkLst>
          <pc:docMk/>
          <pc:sldMk cId="1620373027" sldId="363"/>
        </pc:sldMkLst>
        <pc:spChg chg="mod">
          <ac:chgData name="25a31a05dq" userId="S::25a31a05dq@pragati.ac.in::79ca16a3-579a-420b-9ab6-7923e04755ce" providerId="AD" clId="Web-{9A154C16-384E-31E4-486A-F28929917530}" dt="2026-03-10T19:06:01.034" v="421" actId="14100"/>
          <ac:spMkLst>
            <pc:docMk/>
            <pc:sldMk cId="1620373027" sldId="363"/>
            <ac:spMk id="2" creationId="{0338F5BD-B788-D5EF-5136-9B0E8E42EBBE}"/>
          </ac:spMkLst>
        </pc:spChg>
        <pc:spChg chg="mod">
          <ac:chgData name="25a31a05dq" userId="S::25a31a05dq@pragati.ac.in::79ca16a3-579a-420b-9ab6-7923e04755ce" providerId="AD" clId="Web-{9A154C16-384E-31E4-486A-F28929917530}" dt="2026-03-10T19:04:51.237" v="413" actId="20577"/>
          <ac:spMkLst>
            <pc:docMk/>
            <pc:sldMk cId="1620373027" sldId="363"/>
            <ac:spMk id="3" creationId="{AC41BE06-CD55-1149-9E62-245A6DAD7074}"/>
          </ac:spMkLst>
        </pc:spChg>
        <pc:spChg chg="mod">
          <ac:chgData name="25a31a05dq" userId="S::25a31a05dq@pragati.ac.in::79ca16a3-579a-420b-9ab6-7923e04755ce" providerId="AD" clId="Web-{9A154C16-384E-31E4-486A-F28929917530}" dt="2026-03-10T19:05:27.440" v="417" actId="14100"/>
          <ac:spMkLst>
            <pc:docMk/>
            <pc:sldMk cId="1620373027" sldId="363"/>
            <ac:spMk id="4" creationId="{0FC90722-DF5E-4259-A932-3392EC34B683}"/>
          </ac:spMkLst>
        </pc:spChg>
      </pc:sldChg>
      <pc:sldChg chg="add del replId">
        <pc:chgData name="25a31a05dq" userId="S::25a31a05dq@pragati.ac.in::79ca16a3-579a-420b-9ab6-7923e04755ce" providerId="AD" clId="Web-{9A154C16-384E-31E4-486A-F28929917530}" dt="2026-03-10T18:59:20.957" v="306"/>
        <pc:sldMkLst>
          <pc:docMk/>
          <pc:sldMk cId="483053896" sldId="364"/>
        </pc:sldMkLst>
      </pc:sldChg>
      <pc:sldChg chg="add ord replId">
        <pc:chgData name="25a31a05dq" userId="S::25a31a05dq@pragati.ac.in::79ca16a3-579a-420b-9ab6-7923e04755ce" providerId="AD" clId="Web-{9A154C16-384E-31E4-486A-F28929917530}" dt="2026-03-10T19:07:03.940" v="435"/>
        <pc:sldMkLst>
          <pc:docMk/>
          <pc:sldMk cId="2710969930" sldId="364"/>
        </pc:sldMkLst>
      </pc:sldChg>
      <pc:sldChg chg="add del replId">
        <pc:chgData name="25a31a05dq" userId="S::25a31a05dq@pragati.ac.in::79ca16a3-579a-420b-9ab6-7923e04755ce" providerId="AD" clId="Web-{9A154C16-384E-31E4-486A-F28929917530}" dt="2026-03-10T19:06:52.784" v="433"/>
        <pc:sldMkLst>
          <pc:docMk/>
          <pc:sldMk cId="3879076615" sldId="364"/>
        </pc:sldMkLst>
      </pc:sldChg>
      <pc:sldChg chg="add ord replId">
        <pc:chgData name="25a31a05dq" userId="S::25a31a05dq@pragati.ac.in::79ca16a3-579a-420b-9ab6-7923e04755ce" providerId="AD" clId="Web-{9A154C16-384E-31E4-486A-F28929917530}" dt="2026-03-10T19:07:08.143" v="437"/>
        <pc:sldMkLst>
          <pc:docMk/>
          <pc:sldMk cId="873578345" sldId="365"/>
        </pc:sldMkLst>
      </pc:sldChg>
      <pc:sldChg chg="add del replId">
        <pc:chgData name="25a31a05dq" userId="S::25a31a05dq@pragati.ac.in::79ca16a3-579a-420b-9ab6-7923e04755ce" providerId="AD" clId="Web-{9A154C16-384E-31E4-486A-F28929917530}" dt="2026-03-10T18:59:22.473" v="307"/>
        <pc:sldMkLst>
          <pc:docMk/>
          <pc:sldMk cId="1333468593" sldId="365"/>
        </pc:sldMkLst>
      </pc:sldChg>
      <pc:sldChg chg="add del replId">
        <pc:chgData name="25a31a05dq" userId="S::25a31a05dq@pragati.ac.in::79ca16a3-579a-420b-9ab6-7923e04755ce" providerId="AD" clId="Web-{9A154C16-384E-31E4-486A-F28929917530}" dt="2026-03-10T19:06:52.784" v="432"/>
        <pc:sldMkLst>
          <pc:docMk/>
          <pc:sldMk cId="2552098210" sldId="365"/>
        </pc:sldMkLst>
      </pc:sldChg>
      <pc:sldChg chg="modSp add del replId">
        <pc:chgData name="25a31a05dq" userId="S::25a31a05dq@pragati.ac.in::79ca16a3-579a-420b-9ab6-7923e04755ce" providerId="AD" clId="Web-{9A154C16-384E-31E4-486A-F28929917530}" dt="2026-03-10T18:59:23.082" v="308"/>
        <pc:sldMkLst>
          <pc:docMk/>
          <pc:sldMk cId="3038844516" sldId="366"/>
        </pc:sldMkLst>
        <pc:spChg chg="mod">
          <ac:chgData name="25a31a05dq" userId="S::25a31a05dq@pragati.ac.in::79ca16a3-579a-420b-9ab6-7923e04755ce" providerId="AD" clId="Web-{9A154C16-384E-31E4-486A-F28929917530}" dt="2026-03-10T18:56:26.599" v="293" actId="20577"/>
          <ac:spMkLst>
            <pc:docMk/>
            <pc:sldMk cId="3038844516" sldId="366"/>
            <ac:spMk id="2" creationId="{62D48407-7E6A-0352-6036-64450BA8A99E}"/>
          </ac:spMkLst>
        </pc:spChg>
      </pc:sldChg>
      <pc:sldChg chg="add ord replId">
        <pc:chgData name="25a31a05dq" userId="S::25a31a05dq@pragati.ac.in::79ca16a3-579a-420b-9ab6-7923e04755ce" providerId="AD" clId="Web-{9A154C16-384E-31E4-486A-F28929917530}" dt="2026-03-10T19:07:12.893" v="439"/>
        <pc:sldMkLst>
          <pc:docMk/>
          <pc:sldMk cId="3981051379" sldId="366"/>
        </pc:sldMkLst>
      </pc:sldChg>
      <pc:sldChg chg="add del replId">
        <pc:chgData name="25a31a05dq" userId="S::25a31a05dq@pragati.ac.in::79ca16a3-579a-420b-9ab6-7923e04755ce" providerId="AD" clId="Web-{9A154C16-384E-31E4-486A-F28929917530}" dt="2026-03-10T19:06:52.784" v="431"/>
        <pc:sldMkLst>
          <pc:docMk/>
          <pc:sldMk cId="4019955405" sldId="366"/>
        </pc:sldMkLst>
      </pc:sldChg>
      <pc:sldChg chg="add del replId">
        <pc:chgData name="25a31a05dq" userId="S::25a31a05dq@pragati.ac.in::79ca16a3-579a-420b-9ab6-7923e04755ce" providerId="AD" clId="Web-{9A154C16-384E-31E4-486A-F28929917530}" dt="2026-03-10T18:59:18.504" v="303"/>
        <pc:sldMkLst>
          <pc:docMk/>
          <pc:sldMk cId="427430687" sldId="367"/>
        </pc:sldMkLst>
      </pc:sldChg>
      <pc:sldChg chg="add del replId">
        <pc:chgData name="25a31a05dq" userId="S::25a31a05dq@pragati.ac.in::79ca16a3-579a-420b-9ab6-7923e04755ce" providerId="AD" clId="Web-{9A154C16-384E-31E4-486A-F28929917530}" dt="2026-03-10T19:06:51.705" v="430"/>
        <pc:sldMkLst>
          <pc:docMk/>
          <pc:sldMk cId="4015238645" sldId="367"/>
        </pc:sldMkLst>
      </pc:sldChg>
      <pc:sldChg chg="add del replId">
        <pc:chgData name="25a31a05dq" userId="S::25a31a05dq@pragati.ac.in::79ca16a3-579a-420b-9ab6-7923e04755ce" providerId="AD" clId="Web-{9A154C16-384E-31E4-486A-F28929917530}" dt="2026-03-10T18:59:19.348" v="304"/>
        <pc:sldMkLst>
          <pc:docMk/>
          <pc:sldMk cId="2725901275" sldId="368"/>
        </pc:sldMkLst>
      </pc:sldChg>
      <pc:sldChg chg="add del replId">
        <pc:chgData name="25a31a05dq" userId="S::25a31a05dq@pragati.ac.in::79ca16a3-579a-420b-9ab6-7923e04755ce" providerId="AD" clId="Web-{9A154C16-384E-31E4-486A-F28929917530}" dt="2026-03-10T19:06:51.705" v="429"/>
        <pc:sldMkLst>
          <pc:docMk/>
          <pc:sldMk cId="3740958092" sldId="368"/>
        </pc:sldMkLst>
      </pc:sldChg>
      <pc:sldChg chg="add del replId">
        <pc:chgData name="25a31a05dq" userId="S::25a31a05dq@pragati.ac.in::79ca16a3-579a-420b-9ab6-7923e04755ce" providerId="AD" clId="Web-{9A154C16-384E-31E4-486A-F28929917530}" dt="2026-03-10T19:06:51.705" v="428"/>
        <pc:sldMkLst>
          <pc:docMk/>
          <pc:sldMk cId="853250653" sldId="369"/>
        </pc:sldMkLst>
      </pc:sldChg>
      <pc:sldChg chg="add del replId">
        <pc:chgData name="25a31a05dq" userId="S::25a31a05dq@pragati.ac.in::79ca16a3-579a-420b-9ab6-7923e04755ce" providerId="AD" clId="Web-{9A154C16-384E-31E4-486A-F28929917530}" dt="2026-03-10T18:59:19.941" v="305"/>
        <pc:sldMkLst>
          <pc:docMk/>
          <pc:sldMk cId="883101029" sldId="3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86365-1DE3-4206-8631-568DB8EFC2CA}" type="datetimeFigureOut">
              <a:rPr lang="en-US" smtClean="0"/>
              <a:t>3/11/2026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7E557C-9E66-43F1-9F87-179A985BA47D}" type="slidenum">
              <a:rPr lang="en-US" smtClean="0"/>
              <a:t>‹#›</a:t>
            </a:fld>
            <a:endParaRPr lang="en-US" dirty="0"/>
          </a:p>
        </p:txBody>
      </p:sp>
    </p:spTree>
    <p:extLst>
      <p:ext uri="{BB962C8B-B14F-4D97-AF65-F5344CB8AC3E}">
        <p14:creationId xmlns:p14="http://schemas.microsoft.com/office/powerpoint/2010/main" val="1293213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F9512BDE-EEA0-404B-8D45-8AA93D61DABC}"/>
              </a:ext>
            </a:extLst>
          </p:cNvPr>
          <p:cNvSpPr/>
          <p:nvPr userDrawn="1"/>
        </p:nvSpPr>
        <p:spPr>
          <a:xfrm flipH="1">
            <a:off x="-1" y="4450188"/>
            <a:ext cx="12192000" cy="2407811"/>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1" name="Rectangle">
            <a:extLst>
              <a:ext uri="{FF2B5EF4-FFF2-40B4-BE49-F238E27FC236}">
                <a16:creationId xmlns:a16="http://schemas.microsoft.com/office/drawing/2014/main" id="{E1223535-0F2F-6340-80B9-0B5D9364A13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cap="all" spc="-50" baseline="0">
                <a:solidFill>
                  <a:schemeClr val="tx1">
                    <a:lumMod val="85000"/>
                    <a:lumOff val="15000"/>
                  </a:schemeClr>
                </a:solidFill>
              </a:defRPr>
            </a:lvl1pPr>
          </a:lstStyle>
          <a:p>
            <a:r>
              <a:rPr lang="en-US" noProof="0"/>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dirty="0"/>
              <a:t>Click to edit Master subtitle style</a:t>
            </a:r>
          </a:p>
        </p:txBody>
      </p:sp>
    </p:spTree>
    <p:extLst>
      <p:ext uri="{BB962C8B-B14F-4D97-AF65-F5344CB8AC3E}">
        <p14:creationId xmlns:p14="http://schemas.microsoft.com/office/powerpoint/2010/main" val="172358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3" name="Rectangle">
            <a:extLst>
              <a:ext uri="{FF2B5EF4-FFF2-40B4-BE49-F238E27FC236}">
                <a16:creationId xmlns:a16="http://schemas.microsoft.com/office/drawing/2014/main" id="{2773E1D8-C87F-EE46-8284-575DCA498E8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Content Placeholder 2"/>
          <p:cNvSpPr>
            <a:spLocks noGrp="1"/>
          </p:cNvSpPr>
          <p:nvPr>
            <p:ph idx="1"/>
          </p:nvPr>
        </p:nvSpPr>
        <p:spPr>
          <a:xfrm>
            <a:off x="1097280" y="2343884"/>
            <a:ext cx="10058400" cy="376089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itle Placeholder 1">
            <a:extLst>
              <a:ext uri="{FF2B5EF4-FFF2-40B4-BE49-F238E27FC236}">
                <a16:creationId xmlns:a16="http://schemas.microsoft.com/office/drawing/2014/main" id="{C429A40D-770E-C144-A5B5-6A4442C09C24}"/>
              </a:ext>
            </a:extLst>
          </p:cNvPr>
          <p:cNvSpPr>
            <a:spLocks noGrp="1"/>
          </p:cNvSpPr>
          <p:nvPr>
            <p:ph type="title" hasCustomPrompt="1"/>
          </p:nvPr>
        </p:nvSpPr>
        <p:spPr>
          <a:xfrm>
            <a:off x="1097280" y="942871"/>
            <a:ext cx="10058400" cy="128930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3432407088"/>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Vidow">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202A34A5-A029-A246-82C6-D288185EB396}"/>
              </a:ext>
            </a:extLst>
          </p:cNvPr>
          <p:cNvSpPr/>
          <p:nvPr userDrawn="1"/>
        </p:nvSpPr>
        <p:spPr>
          <a:xfrm flipH="1">
            <a:off x="0" y="0"/>
            <a:ext cx="3351057"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3" name="Rectangle">
            <a:extLst>
              <a:ext uri="{FF2B5EF4-FFF2-40B4-BE49-F238E27FC236}">
                <a16:creationId xmlns:a16="http://schemas.microsoft.com/office/drawing/2014/main" id="{2773E1D8-C87F-EE46-8284-575DCA498E8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Content Placeholder 2"/>
          <p:cNvSpPr>
            <a:spLocks noGrp="1"/>
          </p:cNvSpPr>
          <p:nvPr>
            <p:ph idx="1" hasCustomPrompt="1"/>
          </p:nvPr>
        </p:nvSpPr>
        <p:spPr>
          <a:xfrm>
            <a:off x="1097280" y="2459736"/>
            <a:ext cx="9912096" cy="3760891"/>
          </a:xfrm>
          <a:solidFill>
            <a:schemeClr val="bg1"/>
          </a:solid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dirty="0"/>
              <a:t>Click to add video</a:t>
            </a:r>
          </a:p>
        </p:txBody>
      </p:sp>
      <p:sp>
        <p:nvSpPr>
          <p:cNvPr id="11" name="Title Placeholder 1">
            <a:extLst>
              <a:ext uri="{FF2B5EF4-FFF2-40B4-BE49-F238E27FC236}">
                <a16:creationId xmlns:a16="http://schemas.microsoft.com/office/drawing/2014/main" id="{C429A40D-770E-C144-A5B5-6A4442C09C24}"/>
              </a:ext>
            </a:extLst>
          </p:cNvPr>
          <p:cNvSpPr>
            <a:spLocks noGrp="1"/>
          </p:cNvSpPr>
          <p:nvPr>
            <p:ph type="title" hasCustomPrompt="1"/>
          </p:nvPr>
        </p:nvSpPr>
        <p:spPr>
          <a:xfrm>
            <a:off x="1097280" y="942871"/>
            <a:ext cx="10058400" cy="128930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2664583233"/>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35FB147F-5DC4-B24C-B8CB-D3DA74290381}"/>
              </a:ext>
            </a:extLst>
          </p:cNvPr>
          <p:cNvSpPr/>
          <p:nvPr userDrawn="1"/>
        </p:nvSpPr>
        <p:spPr>
          <a:xfrm>
            <a:off x="1" y="34290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A400A9BD-AA60-E24D-9FC2-722758C8C933}"/>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9" name="Picture Placeholder 3">
            <a:extLst>
              <a:ext uri="{FF2B5EF4-FFF2-40B4-BE49-F238E27FC236}">
                <a16:creationId xmlns:a16="http://schemas.microsoft.com/office/drawing/2014/main" id="{B9308E97-4F89-394E-856A-5B4EFCB2E73D}"/>
              </a:ext>
            </a:extLst>
          </p:cNvPr>
          <p:cNvSpPr>
            <a:spLocks noGrp="1"/>
          </p:cNvSpPr>
          <p:nvPr>
            <p:ph type="pic" sz="quarter" idx="13"/>
          </p:nvPr>
        </p:nvSpPr>
        <p:spPr>
          <a:xfrm>
            <a:off x="1097279" y="2163331"/>
            <a:ext cx="2919413" cy="2919413"/>
          </a:xfrm>
          <a:solidFill>
            <a:srgbClr val="EDEFF7"/>
          </a:solidFill>
        </p:spPr>
        <p:txBody>
          <a:bodyPr anchor="ctr"/>
          <a:lstStyle>
            <a:lvl1pPr algn="ctr">
              <a:defRPr/>
            </a:lvl1pPr>
          </a:lstStyle>
          <a:p>
            <a:r>
              <a:rPr lang="en-US" noProof="0" dirty="0"/>
              <a:t>Click icon to add picture</a:t>
            </a:r>
          </a:p>
        </p:txBody>
      </p:sp>
      <p:sp>
        <p:nvSpPr>
          <p:cNvPr id="20" name="Picture Placeholder 3">
            <a:extLst>
              <a:ext uri="{FF2B5EF4-FFF2-40B4-BE49-F238E27FC236}">
                <a16:creationId xmlns:a16="http://schemas.microsoft.com/office/drawing/2014/main" id="{A50BECA0-8817-964B-AEDB-A45669684C37}"/>
              </a:ext>
            </a:extLst>
          </p:cNvPr>
          <p:cNvSpPr>
            <a:spLocks noGrp="1"/>
          </p:cNvSpPr>
          <p:nvPr>
            <p:ph type="pic" sz="quarter" idx="14"/>
          </p:nvPr>
        </p:nvSpPr>
        <p:spPr>
          <a:xfrm>
            <a:off x="4659186" y="2163331"/>
            <a:ext cx="2919413" cy="2919413"/>
          </a:xfrm>
          <a:solidFill>
            <a:srgbClr val="EDEFF7"/>
          </a:solidFill>
        </p:spPr>
        <p:txBody>
          <a:bodyPr anchor="ctr"/>
          <a:lstStyle>
            <a:lvl1pPr algn="ctr">
              <a:defRPr/>
            </a:lvl1pPr>
          </a:lstStyle>
          <a:p>
            <a:r>
              <a:rPr lang="en-US" noProof="0" dirty="0"/>
              <a:t>Click icon to add picture</a:t>
            </a:r>
          </a:p>
        </p:txBody>
      </p:sp>
      <p:sp>
        <p:nvSpPr>
          <p:cNvPr id="21" name="Picture Placeholder 3">
            <a:extLst>
              <a:ext uri="{FF2B5EF4-FFF2-40B4-BE49-F238E27FC236}">
                <a16:creationId xmlns:a16="http://schemas.microsoft.com/office/drawing/2014/main" id="{EF399F4D-B67A-4C4B-BCF3-36FE110603F1}"/>
              </a:ext>
            </a:extLst>
          </p:cNvPr>
          <p:cNvSpPr>
            <a:spLocks noGrp="1"/>
          </p:cNvSpPr>
          <p:nvPr>
            <p:ph type="pic" sz="quarter" idx="15"/>
          </p:nvPr>
        </p:nvSpPr>
        <p:spPr>
          <a:xfrm>
            <a:off x="8221093" y="2163331"/>
            <a:ext cx="2919413" cy="2919413"/>
          </a:xfrm>
          <a:solidFill>
            <a:srgbClr val="EDEFF7"/>
          </a:solidFill>
        </p:spPr>
        <p:txBody>
          <a:bodyPr anchor="ctr"/>
          <a:lstStyle>
            <a:lvl1pPr algn="ctr">
              <a:defRPr/>
            </a:lvl1pPr>
          </a:lstStyle>
          <a:p>
            <a:r>
              <a:rPr lang="en-US" noProof="0" dirty="0"/>
              <a:t>Click icon to add picture</a:t>
            </a:r>
          </a:p>
        </p:txBody>
      </p:sp>
      <p:sp>
        <p:nvSpPr>
          <p:cNvPr id="22" name="Text Placeholder 3">
            <a:extLst>
              <a:ext uri="{FF2B5EF4-FFF2-40B4-BE49-F238E27FC236}">
                <a16:creationId xmlns:a16="http://schemas.microsoft.com/office/drawing/2014/main" id="{08305C84-E25F-EC49-8F2B-4C0181FD3ABF}"/>
              </a:ext>
            </a:extLst>
          </p:cNvPr>
          <p:cNvSpPr>
            <a:spLocks noGrp="1"/>
          </p:cNvSpPr>
          <p:nvPr>
            <p:ph type="body" sz="half" idx="2" hasCustomPrompt="1"/>
          </p:nvPr>
        </p:nvSpPr>
        <p:spPr>
          <a:xfrm>
            <a:off x="1097279"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3" name="Text Placeholder 3">
            <a:extLst>
              <a:ext uri="{FF2B5EF4-FFF2-40B4-BE49-F238E27FC236}">
                <a16:creationId xmlns:a16="http://schemas.microsoft.com/office/drawing/2014/main" id="{A57A1FCE-E6BF-3747-9D43-42DBA6656EC0}"/>
              </a:ext>
            </a:extLst>
          </p:cNvPr>
          <p:cNvSpPr>
            <a:spLocks noGrp="1"/>
          </p:cNvSpPr>
          <p:nvPr>
            <p:ph type="body" sz="half" idx="16" hasCustomPrompt="1"/>
          </p:nvPr>
        </p:nvSpPr>
        <p:spPr>
          <a:xfrm>
            <a:off x="4666773"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4" name="Text Placeholder 3">
            <a:extLst>
              <a:ext uri="{FF2B5EF4-FFF2-40B4-BE49-F238E27FC236}">
                <a16:creationId xmlns:a16="http://schemas.microsoft.com/office/drawing/2014/main" id="{5B4B74C8-96E7-684F-91B9-8CE56CD10F1E}"/>
              </a:ext>
            </a:extLst>
          </p:cNvPr>
          <p:cNvSpPr>
            <a:spLocks noGrp="1"/>
          </p:cNvSpPr>
          <p:nvPr>
            <p:ph type="body" sz="half" idx="17" hasCustomPrompt="1"/>
          </p:nvPr>
        </p:nvSpPr>
        <p:spPr>
          <a:xfrm>
            <a:off x="8236267"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5" name="Title Placeholder 1">
            <a:extLst>
              <a:ext uri="{FF2B5EF4-FFF2-40B4-BE49-F238E27FC236}">
                <a16:creationId xmlns:a16="http://schemas.microsoft.com/office/drawing/2014/main" id="{D522564E-B348-544F-A8E5-CFCAFA48B54B}"/>
              </a:ext>
            </a:extLst>
          </p:cNvPr>
          <p:cNvSpPr>
            <a:spLocks noGrp="1"/>
          </p:cNvSpPr>
          <p:nvPr>
            <p:ph type="title" hasCustomPrompt="1"/>
          </p:nvPr>
        </p:nvSpPr>
        <p:spPr>
          <a:xfrm>
            <a:off x="1097280" y="1268337"/>
            <a:ext cx="10058400" cy="58758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1418890711"/>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05BFC727-5650-B049-AA2A-2511C08FB35B}"/>
              </a:ext>
            </a:extLst>
          </p:cNvPr>
          <p:cNvSpPr/>
          <p:nvPr userDrawn="1"/>
        </p:nvSpPr>
        <p:spPr>
          <a:xfrm flipH="1">
            <a:off x="0" y="0"/>
            <a:ext cx="1195754"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E700C598-C823-744D-BE16-5114B7625057}"/>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Picture Placeholder 8">
            <a:extLst>
              <a:ext uri="{FF2B5EF4-FFF2-40B4-BE49-F238E27FC236}">
                <a16:creationId xmlns:a16="http://schemas.microsoft.com/office/drawing/2014/main" id="{21BED569-C9C5-8F4D-A42A-ED4914579D63}"/>
              </a:ext>
            </a:extLst>
          </p:cNvPr>
          <p:cNvSpPr>
            <a:spLocks noGrp="1"/>
          </p:cNvSpPr>
          <p:nvPr>
            <p:ph type="pic" sz="quarter" idx="13"/>
          </p:nvPr>
        </p:nvSpPr>
        <p:spPr>
          <a:xfrm>
            <a:off x="5924550" y="633875"/>
            <a:ext cx="5632450" cy="5591175"/>
          </a:xfrm>
          <a:solidFill>
            <a:schemeClr val="tx2"/>
          </a:solidFill>
        </p:spPr>
        <p:txBody>
          <a:bodyPr anchor="ctr"/>
          <a:lstStyle>
            <a:lvl1pPr algn="ctr">
              <a:defRPr>
                <a:solidFill>
                  <a:schemeClr val="bg1"/>
                </a:solidFill>
              </a:defRPr>
            </a:lvl1pPr>
          </a:lstStyle>
          <a:p>
            <a:r>
              <a:rPr lang="en-US" noProof="0" dirty="0"/>
              <a:t>Click icon to add picture</a:t>
            </a:r>
          </a:p>
        </p:txBody>
      </p:sp>
      <p:sp>
        <p:nvSpPr>
          <p:cNvPr id="11" name="Title Placeholder 1">
            <a:extLst>
              <a:ext uri="{FF2B5EF4-FFF2-40B4-BE49-F238E27FC236}">
                <a16:creationId xmlns:a16="http://schemas.microsoft.com/office/drawing/2014/main" id="{ACB6E588-2EB7-9A41-A93A-7757596EF9D6}"/>
              </a:ext>
            </a:extLst>
          </p:cNvPr>
          <p:cNvSpPr>
            <a:spLocks noGrp="1"/>
          </p:cNvSpPr>
          <p:nvPr>
            <p:ph type="title" hasCustomPrompt="1"/>
          </p:nvPr>
        </p:nvSpPr>
        <p:spPr>
          <a:xfrm>
            <a:off x="1097280" y="942870"/>
            <a:ext cx="4157296" cy="1292750"/>
          </a:xfrm>
          <a:prstGeom prst="rect">
            <a:avLst/>
          </a:prstGeom>
        </p:spPr>
        <p:txBody>
          <a:bodyPr vert="horz" lIns="91440" tIns="45720" rIns="91440" bIns="45720" rtlCol="0" anchor="ctr">
            <a:normAutofit/>
          </a:bodyPr>
          <a:lstStyle>
            <a:lvl1pPr>
              <a:defRPr cap="all" baseline="0"/>
            </a:lvl1pPr>
          </a:lstStyle>
          <a:p>
            <a:r>
              <a:rPr lang="en-US" noProof="0" dirty="0"/>
              <a:t>Title goes here</a:t>
            </a:r>
          </a:p>
        </p:txBody>
      </p:sp>
      <p:sp>
        <p:nvSpPr>
          <p:cNvPr id="12" name="Content Placeholder 3">
            <a:extLst>
              <a:ext uri="{FF2B5EF4-FFF2-40B4-BE49-F238E27FC236}">
                <a16:creationId xmlns:a16="http://schemas.microsoft.com/office/drawing/2014/main" id="{A6C0FE70-F6BB-3D40-AD3C-E704CABE499C}"/>
              </a:ext>
            </a:extLst>
          </p:cNvPr>
          <p:cNvSpPr>
            <a:spLocks noGrp="1"/>
          </p:cNvSpPr>
          <p:nvPr>
            <p:ph sz="half" idx="2"/>
          </p:nvPr>
        </p:nvSpPr>
        <p:spPr>
          <a:xfrm>
            <a:off x="1097280" y="2281657"/>
            <a:ext cx="4157296" cy="3633471"/>
          </a:xfrm>
        </p:spPr>
        <p:txBody>
          <a:bodyPr>
            <a:normAutofit/>
          </a:bodyPr>
          <a:lstStyle>
            <a:lvl1pPr marL="0" indent="0">
              <a:buClr>
                <a:schemeClr val="tx1"/>
              </a:buClr>
              <a:buNone/>
              <a:defRPr sz="1600">
                <a:solidFill>
                  <a:schemeClr val="tx1"/>
                </a:solidFill>
              </a:defRPr>
            </a:lvl1pPr>
            <a:lvl2pPr marL="201168" indent="0">
              <a:buClr>
                <a:schemeClr val="tx1"/>
              </a:buClr>
              <a:buFont typeface="Arial" panose="020B0604020202020204" pitchFamily="34" charset="0"/>
              <a:buNone/>
              <a:defRPr sz="1400">
                <a:solidFill>
                  <a:schemeClr val="tx1"/>
                </a:solidFill>
              </a:defRPr>
            </a:lvl2pPr>
            <a:lvl3pPr marL="384048" indent="0">
              <a:buClr>
                <a:schemeClr val="tx1"/>
              </a:buClr>
              <a:buFont typeface="Arial" panose="020B0604020202020204" pitchFamily="34" charset="0"/>
              <a:buNone/>
              <a:defRPr sz="1100">
                <a:solidFill>
                  <a:schemeClr val="tx1"/>
                </a:solidFill>
              </a:defRPr>
            </a:lvl3pPr>
            <a:lvl4pPr marL="566928" indent="0">
              <a:buClr>
                <a:schemeClr val="tx1"/>
              </a:buClr>
              <a:buFont typeface="Arial" panose="020B0604020202020204" pitchFamily="34" charset="0"/>
              <a:buNone/>
              <a:defRPr sz="1100">
                <a:solidFill>
                  <a:schemeClr val="tx1"/>
                </a:solidFill>
              </a:defRPr>
            </a:lvl4pPr>
            <a:lvl5pPr marL="749808" indent="0">
              <a:buClr>
                <a:schemeClr val="tx1"/>
              </a:buClr>
              <a:buFont typeface="Arial" panose="020B0604020202020204" pitchFamily="34" charset="0"/>
              <a:buNone/>
              <a:defRPr sz="1100">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701714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3/11/2026</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0AB10FFC-D586-994D-8D3D-F4042255CB72}"/>
              </a:ext>
            </a:extLst>
          </p:cNvPr>
          <p:cNvSpPr/>
          <p:nvPr userDrawn="1"/>
        </p:nvSpPr>
        <p:spPr>
          <a:xfrm flipH="1">
            <a:off x="0" y="0"/>
            <a:ext cx="12192000"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C7B0C08A-E831-D242-B2CE-2DEB004F982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cxnSp>
        <p:nvCxnSpPr>
          <p:cNvPr id="7" name="Straight Connector 6">
            <a:extLst>
              <a:ext uri="{FF2B5EF4-FFF2-40B4-BE49-F238E27FC236}">
                <a16:creationId xmlns:a16="http://schemas.microsoft.com/office/drawing/2014/main" id="{105C2191-88F7-4148-96FD-E129F707E038}"/>
              </a:ext>
            </a:extLst>
          </p:cNvPr>
          <p:cNvCxnSpPr/>
          <p:nvPr userDrawn="1"/>
        </p:nvCxnSpPr>
        <p:spPr>
          <a:xfrm>
            <a:off x="6818393" y="999565"/>
            <a:ext cx="0" cy="4858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Placeholder 1">
            <a:extLst>
              <a:ext uri="{FF2B5EF4-FFF2-40B4-BE49-F238E27FC236}">
                <a16:creationId xmlns:a16="http://schemas.microsoft.com/office/drawing/2014/main" id="{61FB2196-E251-5A40-86F7-6092CEBFA133}"/>
              </a:ext>
            </a:extLst>
          </p:cNvPr>
          <p:cNvSpPr>
            <a:spLocks noGrp="1"/>
          </p:cNvSpPr>
          <p:nvPr>
            <p:ph type="title" hasCustomPrompt="1"/>
          </p:nvPr>
        </p:nvSpPr>
        <p:spPr>
          <a:xfrm>
            <a:off x="635000" y="3135207"/>
            <a:ext cx="5460992" cy="587584"/>
          </a:xfrm>
          <a:prstGeom prst="rect">
            <a:avLst/>
          </a:prstGeom>
        </p:spPr>
        <p:txBody>
          <a:bodyPr vert="horz" lIns="91440" tIns="45720" rIns="91440" bIns="45720" rtlCol="0" anchor="ctr">
            <a:noAutofit/>
          </a:bodyPr>
          <a:lstStyle>
            <a:lvl1pPr algn="r">
              <a:defRPr sz="4800" cap="all" baseline="0"/>
            </a:lvl1pPr>
          </a:lstStyle>
          <a:p>
            <a:r>
              <a:rPr lang="en-US" noProof="0" dirty="0"/>
              <a:t>Title goes here</a:t>
            </a:r>
          </a:p>
        </p:txBody>
      </p:sp>
      <p:sp>
        <p:nvSpPr>
          <p:cNvPr id="12" name="Content Placeholder 3">
            <a:extLst>
              <a:ext uri="{FF2B5EF4-FFF2-40B4-BE49-F238E27FC236}">
                <a16:creationId xmlns:a16="http://schemas.microsoft.com/office/drawing/2014/main" id="{C2FACD1B-0D9C-A547-98A0-D66C341D3D74}"/>
              </a:ext>
            </a:extLst>
          </p:cNvPr>
          <p:cNvSpPr>
            <a:spLocks noGrp="1"/>
          </p:cNvSpPr>
          <p:nvPr>
            <p:ph sz="half" idx="2" hasCustomPrompt="1"/>
          </p:nvPr>
        </p:nvSpPr>
        <p:spPr>
          <a:xfrm>
            <a:off x="7540794" y="831286"/>
            <a:ext cx="4016206" cy="5195425"/>
          </a:xfrm>
        </p:spPr>
        <p:txBody>
          <a:bodyPr anchor="ctr">
            <a:normAutofit/>
          </a:bodyPr>
          <a:lstStyle>
            <a:lvl1pPr marL="342900" indent="-342900">
              <a:buClr>
                <a:schemeClr val="tx1"/>
              </a:buClr>
              <a:buFont typeface="+mj-lt"/>
              <a:buAutoNum type="arabicPeriod"/>
              <a:defRPr sz="1600">
                <a:solidFill>
                  <a:schemeClr val="tx1"/>
                </a:solidFill>
              </a:defRPr>
            </a:lvl1pPr>
            <a:lvl2pPr marL="544068" indent="-342900">
              <a:buClr>
                <a:schemeClr val="tx1"/>
              </a:buClr>
              <a:buFont typeface="+mj-lt"/>
              <a:buAutoNum type="arabicPeriod"/>
              <a:defRPr sz="1400"/>
            </a:lvl2pPr>
            <a:lvl3pPr marL="612648" indent="-228600">
              <a:buClr>
                <a:schemeClr val="tx1"/>
              </a:buClr>
              <a:buFont typeface="+mj-lt"/>
              <a:buAutoNum type="arabicPeriod"/>
              <a:defRPr sz="1100"/>
            </a:lvl3pPr>
            <a:lvl4pPr marL="795528" indent="-228600">
              <a:buClr>
                <a:schemeClr val="tx1"/>
              </a:buClr>
              <a:buFont typeface="+mj-lt"/>
              <a:buAutoNum type="arabicPeriod"/>
              <a:defRPr sz="1100"/>
            </a:lvl4pPr>
            <a:lvl5pPr marL="978408" indent="-228600">
              <a:buClr>
                <a:schemeClr val="tx1"/>
              </a:buClr>
              <a:buFont typeface="+mj-lt"/>
              <a:buAutoNum type="arabicPeriod"/>
              <a:defRPr sz="1100"/>
            </a:lvl5pPr>
          </a:lstStyle>
          <a:p>
            <a:pPr lvl="0"/>
            <a:r>
              <a:rPr lang="en-US" noProof="0" dirty="0"/>
              <a:t>Quote Goes Here</a:t>
            </a:r>
          </a:p>
        </p:txBody>
      </p:sp>
    </p:spTree>
    <p:extLst>
      <p:ext uri="{BB962C8B-B14F-4D97-AF65-F5344CB8AC3E}">
        <p14:creationId xmlns:p14="http://schemas.microsoft.com/office/powerpoint/2010/main" val="4184935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3/11/2026</a:t>
            </a:fld>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AA314B25-B4AF-394E-BBDA-7E6BAD315F39}"/>
              </a:ext>
            </a:extLst>
          </p:cNvPr>
          <p:cNvSpPr/>
          <p:nvPr userDrawn="1"/>
        </p:nvSpPr>
        <p:spPr>
          <a:xfrm>
            <a:off x="3351057" y="0"/>
            <a:ext cx="8840943"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37575EF-0D14-6140-A91B-260C9C9DFE4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Title Placeholder 1">
            <a:extLst>
              <a:ext uri="{FF2B5EF4-FFF2-40B4-BE49-F238E27FC236}">
                <a16:creationId xmlns:a16="http://schemas.microsoft.com/office/drawing/2014/main" id="{82544261-8049-494B-A93D-BDFF1BB84722}"/>
              </a:ext>
            </a:extLst>
          </p:cNvPr>
          <p:cNvSpPr>
            <a:spLocks noGrp="1"/>
          </p:cNvSpPr>
          <p:nvPr>
            <p:ph type="title" hasCustomPrompt="1"/>
          </p:nvPr>
        </p:nvSpPr>
        <p:spPr>
          <a:xfrm>
            <a:off x="635000" y="3135207"/>
            <a:ext cx="4886854" cy="587584"/>
          </a:xfrm>
          <a:prstGeom prst="rect">
            <a:avLst/>
          </a:prstGeom>
        </p:spPr>
        <p:txBody>
          <a:bodyPr vert="horz" lIns="91440" tIns="45720" rIns="91440" bIns="45720" rtlCol="0" anchor="ctr">
            <a:normAutofit/>
          </a:bodyPr>
          <a:lstStyle>
            <a:lvl1pPr algn="ctr">
              <a:defRPr cap="all" baseline="0"/>
            </a:lvl1pPr>
          </a:lstStyle>
          <a:p>
            <a:r>
              <a:rPr lang="en-US" noProof="0"/>
              <a:t>Title goes here</a:t>
            </a:r>
          </a:p>
        </p:txBody>
      </p:sp>
      <p:sp>
        <p:nvSpPr>
          <p:cNvPr id="12" name="Content Placeholder 3">
            <a:extLst>
              <a:ext uri="{FF2B5EF4-FFF2-40B4-BE49-F238E27FC236}">
                <a16:creationId xmlns:a16="http://schemas.microsoft.com/office/drawing/2014/main" id="{9214786D-83EE-814C-A5E4-D0EC7D29D0C4}"/>
              </a:ext>
            </a:extLst>
          </p:cNvPr>
          <p:cNvSpPr>
            <a:spLocks noGrp="1"/>
          </p:cNvSpPr>
          <p:nvPr>
            <p:ph sz="half" idx="2"/>
          </p:nvPr>
        </p:nvSpPr>
        <p:spPr>
          <a:xfrm>
            <a:off x="5575829" y="633875"/>
            <a:ext cx="5981171" cy="5590250"/>
          </a:xfrm>
        </p:spPr>
        <p:txBody>
          <a:bodyPr anchor="ctr">
            <a:normAutofit/>
          </a:bodyPr>
          <a:lstStyle>
            <a:lvl1pPr marL="342900" indent="-342900">
              <a:lnSpc>
                <a:spcPts val="2000"/>
              </a:lnSpc>
              <a:buClr>
                <a:schemeClr val="tx1"/>
              </a:buClr>
              <a:buFont typeface="+mj-lt"/>
              <a:buAutoNum type="arabicPeriod"/>
              <a:defRPr sz="1600">
                <a:solidFill>
                  <a:schemeClr val="tx1"/>
                </a:solidFill>
              </a:defRPr>
            </a:lvl1pPr>
            <a:lvl2pPr marL="544068" indent="-342900">
              <a:lnSpc>
                <a:spcPts val="2000"/>
              </a:lnSpc>
              <a:buClr>
                <a:schemeClr val="tx1"/>
              </a:buClr>
              <a:buFont typeface="+mj-lt"/>
              <a:buAutoNum type="arabicPeriod"/>
              <a:defRPr sz="1600">
                <a:solidFill>
                  <a:schemeClr val="tx1"/>
                </a:solidFill>
              </a:defRPr>
            </a:lvl2pPr>
            <a:lvl3pPr marL="612648" indent="-228600">
              <a:lnSpc>
                <a:spcPts val="2000"/>
              </a:lnSpc>
              <a:buClr>
                <a:schemeClr val="tx1"/>
              </a:buClr>
              <a:buFont typeface="+mj-lt"/>
              <a:buAutoNum type="arabicPeriod"/>
              <a:defRPr sz="1600">
                <a:solidFill>
                  <a:schemeClr val="tx1"/>
                </a:solidFill>
              </a:defRPr>
            </a:lvl3pPr>
            <a:lvl4pPr marL="795528" indent="-228600">
              <a:lnSpc>
                <a:spcPts val="2000"/>
              </a:lnSpc>
              <a:buClr>
                <a:schemeClr val="tx1"/>
              </a:buClr>
              <a:buFont typeface="+mj-lt"/>
              <a:buAutoNum type="arabicPeriod"/>
              <a:defRPr sz="1600">
                <a:solidFill>
                  <a:schemeClr val="tx1"/>
                </a:solidFill>
              </a:defRPr>
            </a:lvl4pPr>
            <a:lvl5pPr marL="978408" indent="-228600">
              <a:lnSpc>
                <a:spcPts val="2000"/>
              </a:lnSpc>
              <a:buClr>
                <a:schemeClr val="tx1"/>
              </a:buClr>
              <a:buFont typeface="+mj-lt"/>
              <a:buAutoNum type="arabicPeriod"/>
              <a:defRPr sz="1600">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07918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E148DD3-DD87-154B-80B4-2421965D3C83}"/>
              </a:ext>
            </a:extLst>
          </p:cNvPr>
          <p:cNvSpPr/>
          <p:nvPr userDrawn="1"/>
        </p:nvSpPr>
        <p:spPr>
          <a:xfrm>
            <a:off x="1" y="17145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42E4732-0E8F-7B46-BD08-0F2EE0DA8786}"/>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7" name="Title Placeholder 1">
            <a:extLst>
              <a:ext uri="{FF2B5EF4-FFF2-40B4-BE49-F238E27FC236}">
                <a16:creationId xmlns:a16="http://schemas.microsoft.com/office/drawing/2014/main" id="{6E73F81A-7260-5C4F-A7FF-CA2CC731BC33}"/>
              </a:ext>
            </a:extLst>
          </p:cNvPr>
          <p:cNvSpPr>
            <a:spLocks noGrp="1"/>
          </p:cNvSpPr>
          <p:nvPr>
            <p:ph type="title" hasCustomPrompt="1"/>
          </p:nvPr>
        </p:nvSpPr>
        <p:spPr>
          <a:xfrm>
            <a:off x="5443870" y="1283833"/>
            <a:ext cx="5711810" cy="587584"/>
          </a:xfrm>
          <a:prstGeom prst="rect">
            <a:avLst/>
          </a:prstGeom>
        </p:spPr>
        <p:txBody>
          <a:bodyPr vert="horz" lIns="91440" tIns="45720" rIns="91440" bIns="45720" rtlCol="0" anchor="ctr">
            <a:normAutofit/>
          </a:bodyPr>
          <a:lstStyle/>
          <a:p>
            <a:r>
              <a:rPr lang="en-US" noProof="0" dirty="0"/>
              <a:t>CLICK TO EDIT MASTER TITLE STYLE</a:t>
            </a:r>
          </a:p>
        </p:txBody>
      </p:sp>
      <p:sp>
        <p:nvSpPr>
          <p:cNvPr id="9" name="Content Placeholder 3">
            <a:extLst>
              <a:ext uri="{FF2B5EF4-FFF2-40B4-BE49-F238E27FC236}">
                <a16:creationId xmlns:a16="http://schemas.microsoft.com/office/drawing/2014/main" id="{4CD13CD4-3E4F-2E41-ACF4-2446257D236F}"/>
              </a:ext>
            </a:extLst>
          </p:cNvPr>
          <p:cNvSpPr>
            <a:spLocks noGrp="1"/>
          </p:cNvSpPr>
          <p:nvPr>
            <p:ph sz="half" idx="2"/>
          </p:nvPr>
        </p:nvSpPr>
        <p:spPr>
          <a:xfrm>
            <a:off x="5443870" y="2286000"/>
            <a:ext cx="5711810" cy="3630168"/>
          </a:xfrm>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Content Placeholder 3">
            <a:extLst>
              <a:ext uri="{FF2B5EF4-FFF2-40B4-BE49-F238E27FC236}">
                <a16:creationId xmlns:a16="http://schemas.microsoft.com/office/drawing/2014/main" id="{D8E69886-8907-DB47-87C2-0621AF156D9F}"/>
              </a:ext>
            </a:extLst>
          </p:cNvPr>
          <p:cNvSpPr>
            <a:spLocks noGrp="1"/>
          </p:cNvSpPr>
          <p:nvPr>
            <p:ph sz="half" idx="14"/>
          </p:nvPr>
        </p:nvSpPr>
        <p:spPr>
          <a:xfrm>
            <a:off x="605170" y="630936"/>
            <a:ext cx="4589130" cy="5586984"/>
          </a:xfrm>
          <a:solidFill>
            <a:srgbClr val="EDEFF7"/>
          </a:solidFill>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26310217"/>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9C88DF2D-0421-A94C-82C1-867E1E5E4907}"/>
              </a:ext>
            </a:extLst>
          </p:cNvPr>
          <p:cNvSpPr/>
          <p:nvPr userDrawn="1"/>
        </p:nvSpPr>
        <p:spPr>
          <a:xfrm>
            <a:off x="10993582" y="0"/>
            <a:ext cx="1198418"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334D05A3-7A20-9447-8D39-F2980D85413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8" name="Rectangle 7">
            <a:extLst>
              <a:ext uri="{FF2B5EF4-FFF2-40B4-BE49-F238E27FC236}">
                <a16:creationId xmlns:a16="http://schemas.microsoft.com/office/drawing/2014/main" id="{DA134939-39C0-4522-A125-A13DFDA66490}"/>
              </a:ext>
            </a:extLst>
          </p:cNvPr>
          <p:cNvSpPr/>
          <p:nvPr/>
        </p:nvSpPr>
        <p:spPr>
          <a:xfrm>
            <a:off x="634999" y="3927894"/>
            <a:ext cx="10922000" cy="2326856"/>
          </a:xfrm>
          <a:prstGeom prst="rect">
            <a:avLst/>
          </a:prstGeom>
          <a:solidFill>
            <a:srgbClr val="F6F9F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35001" y="630936"/>
            <a:ext cx="10921998" cy="3294019"/>
          </a:xfrm>
          <a:solidFill>
            <a:schemeClr val="bg1"/>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Click icon to add picture</a:t>
            </a:r>
          </a:p>
        </p:txBody>
      </p:sp>
      <p:sp>
        <p:nvSpPr>
          <p:cNvPr id="2" name="Title 1"/>
          <p:cNvSpPr>
            <a:spLocks noGrp="1"/>
          </p:cNvSpPr>
          <p:nvPr>
            <p:ph type="title"/>
          </p:nvPr>
        </p:nvSpPr>
        <p:spPr>
          <a:xfrm>
            <a:off x="1097279" y="4298078"/>
            <a:ext cx="10113645" cy="743682"/>
          </a:xfrm>
          <a:prstGeom prst="rect">
            <a:avLst/>
          </a:prstGeom>
        </p:spPr>
        <p:txBody>
          <a:bodyPr tIns="0" bIns="0" anchor="b">
            <a:noAutofit/>
          </a:bodyPr>
          <a:lstStyle>
            <a:lvl1pPr>
              <a:defRPr sz="3600" b="0">
                <a:solidFill>
                  <a:schemeClr val="tx1"/>
                </a:solidFill>
              </a:defRPr>
            </a:lvl1pPr>
          </a:lstStyle>
          <a:p>
            <a:r>
              <a:rPr lang="en-US" noProof="0"/>
              <a:t>Click to edit Master title style</a:t>
            </a:r>
          </a:p>
        </p:txBody>
      </p:sp>
      <p:sp>
        <p:nvSpPr>
          <p:cNvPr id="4" name="Text Placeholder 3"/>
          <p:cNvSpPr>
            <a:spLocks noGrp="1"/>
          </p:cNvSpPr>
          <p:nvPr>
            <p:ph type="body" sz="half" idx="2"/>
          </p:nvPr>
        </p:nvSpPr>
        <p:spPr>
          <a:xfrm>
            <a:off x="1097279" y="5213716"/>
            <a:ext cx="10113264" cy="609600"/>
          </a:xfrm>
        </p:spPr>
        <p:txBody>
          <a:bodyPr lIns="91440" tIns="0" rIns="91440" bIns="0">
            <a:normAutofit/>
          </a:bodyPr>
          <a:lstStyle>
            <a:lvl1pPr marL="0" indent="0">
              <a:spcBef>
                <a:spcPts val="0"/>
              </a:spcBef>
              <a:spcAft>
                <a:spcPts val="600"/>
              </a:spcAft>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Tree>
    <p:extLst>
      <p:ext uri="{BB962C8B-B14F-4D97-AF65-F5344CB8AC3E}">
        <p14:creationId xmlns:p14="http://schemas.microsoft.com/office/powerpoint/2010/main" val="4046387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1552108B-1F90-0044-A7D4-0956E919F29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Placeholder 1"/>
          <p:cNvSpPr>
            <a:spLocks noGrp="1"/>
          </p:cNvSpPr>
          <p:nvPr>
            <p:ph type="title"/>
          </p:nvPr>
        </p:nvSpPr>
        <p:spPr>
          <a:xfrm>
            <a:off x="1097280" y="942871"/>
            <a:ext cx="10058400" cy="587584"/>
          </a:xfrm>
          <a:prstGeom prst="rect">
            <a:avLst/>
          </a:prstGeom>
        </p:spPr>
        <p:txBody>
          <a:bodyPr vert="horz" lIns="91440" tIns="45720" rIns="91440" bIns="45720" rtlCol="0" anchor="ctr">
            <a:normAutofit/>
          </a:bodyPr>
          <a:lstStyle/>
          <a:p>
            <a:r>
              <a:rPr lang="en-US" noProof="0" dirty="0"/>
              <a:t>Click to edit Master title style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noProof="0" smtClean="0"/>
              <a:t>3/11/2026</a:t>
            </a:fld>
            <a:endParaRPr lang="en-US" noProof="0"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noProof="0"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39436096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93" r:id="rId3"/>
    <p:sldLayoutId id="2147483688" r:id="rId4"/>
    <p:sldLayoutId id="2147483692" r:id="rId5"/>
    <p:sldLayoutId id="2147483691" r:id="rId6"/>
    <p:sldLayoutId id="2147483690" r:id="rId7"/>
    <p:sldLayoutId id="2147483689" r:id="rId8"/>
    <p:sldLayoutId id="2147483683" r:id="rId9"/>
  </p:sldLayoutIdLst>
  <p:hf sldNum="0" hdr="0" ftr="0" dt="0"/>
  <p:txStyles>
    <p:titleStyle>
      <a:lvl1pPr algn="l" defTabSz="914400" rtl="0" eaLnBrk="1" latinLnBrk="0" hangingPunct="1">
        <a:lnSpc>
          <a:spcPct val="90000"/>
        </a:lnSpc>
        <a:spcBef>
          <a:spcPct val="0"/>
        </a:spcBef>
        <a:buNone/>
        <a:defRPr sz="2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7AEFB0-51F2-5449-996C-73382891D2F9}"/>
              </a:ext>
            </a:extLst>
          </p:cNvPr>
          <p:cNvSpPr>
            <a:spLocks noGrp="1"/>
          </p:cNvSpPr>
          <p:nvPr>
            <p:ph type="ctrTitle"/>
          </p:nvPr>
        </p:nvSpPr>
        <p:spPr>
          <a:xfrm>
            <a:off x="1097280" y="758952"/>
            <a:ext cx="5179534" cy="3209305"/>
          </a:xfrm>
        </p:spPr>
        <p:txBody>
          <a:bodyPr anchor="b">
            <a:normAutofit/>
          </a:bodyPr>
          <a:lstStyle/>
          <a:p>
            <a:r>
              <a:rPr lang="en-US" sz="5300">
                <a:ea typeface="+mj-lt"/>
                <a:cs typeface="+mj-lt"/>
              </a:rPr>
              <a:t>Goal:</a:t>
            </a:r>
            <a:r>
              <a:rPr lang="en-US" sz="5300" dirty="0">
                <a:ea typeface="+mj-lt"/>
                <a:cs typeface="+mj-lt"/>
              </a:rPr>
              <a:t> </a:t>
            </a:r>
            <a:br>
              <a:rPr lang="en-US" sz="5300" dirty="0">
                <a:ea typeface="+mj-lt"/>
                <a:cs typeface="+mj-lt"/>
              </a:rPr>
            </a:br>
            <a:r>
              <a:rPr lang="en-US" sz="4400">
                <a:ea typeface="+mj-lt"/>
                <a:cs typeface="+mj-lt"/>
              </a:rPr>
              <a:t>Good Health and Well-being</a:t>
            </a:r>
            <a:endParaRPr lang="en-US" sz="4400"/>
          </a:p>
        </p:txBody>
      </p:sp>
      <p:sp>
        <p:nvSpPr>
          <p:cNvPr id="5" name="Subtitle 4">
            <a:extLst>
              <a:ext uri="{FF2B5EF4-FFF2-40B4-BE49-F238E27FC236}">
                <a16:creationId xmlns:a16="http://schemas.microsoft.com/office/drawing/2014/main" id="{B0F6D6CF-8D73-6643-A348-53AAE29FD1C2}"/>
              </a:ext>
            </a:extLst>
          </p:cNvPr>
          <p:cNvSpPr>
            <a:spLocks noGrp="1"/>
          </p:cNvSpPr>
          <p:nvPr>
            <p:ph type="subTitle" idx="1"/>
          </p:nvPr>
        </p:nvSpPr>
        <p:spPr/>
        <p:txBody>
          <a:bodyPr vert="horz" lIns="91440" tIns="45720" rIns="91440" bIns="45720" rtlCol="0" anchor="t">
            <a:normAutofit fontScale="92500" lnSpcReduction="20000"/>
          </a:bodyPr>
          <a:lstStyle/>
          <a:p>
            <a:r>
              <a:rPr lang="en-US">
                <a:solidFill>
                  <a:schemeClr val="bg1">
                    <a:lumMod val="10000"/>
                  </a:schemeClr>
                </a:solidFill>
                <a:latin typeface="Century Gothic"/>
              </a:rPr>
              <a:t>PROJECT DONE BY:</a:t>
            </a:r>
            <a:br>
              <a:rPr lang="en-US" sz="4000" dirty="0">
                <a:solidFill>
                  <a:schemeClr val="bg1">
                    <a:lumMod val="10000"/>
                  </a:schemeClr>
                </a:solidFill>
                <a:latin typeface="Century Gothic"/>
              </a:rPr>
            </a:br>
            <a:r>
              <a:rPr lang="en-US" sz="1500">
                <a:solidFill>
                  <a:schemeClr val="bg1">
                    <a:lumMod val="10000"/>
                  </a:schemeClr>
                </a:solidFill>
                <a:latin typeface="Century Gothic"/>
              </a:rPr>
              <a:t>K. Devi Gangotri</a:t>
            </a:r>
            <a:br>
              <a:rPr lang="en-US" sz="1500" dirty="0">
                <a:latin typeface="Century Gothic"/>
              </a:rPr>
            </a:br>
            <a:r>
              <a:rPr lang="en-US" sz="1500" dirty="0">
                <a:solidFill>
                  <a:schemeClr val="bg1">
                    <a:lumMod val="10000"/>
                  </a:schemeClr>
                </a:solidFill>
                <a:latin typeface="Century Gothic"/>
              </a:rPr>
              <a:t>S. Akshara Samhitha</a:t>
            </a:r>
            <a:br>
              <a:rPr lang="en-US" sz="1500" dirty="0">
                <a:latin typeface="Century Gothic"/>
              </a:rPr>
            </a:br>
            <a:r>
              <a:rPr lang="en-US" sz="1500">
                <a:solidFill>
                  <a:schemeClr val="bg1">
                    <a:lumMod val="10000"/>
                  </a:schemeClr>
                </a:solidFill>
                <a:latin typeface="Century Gothic"/>
              </a:rPr>
              <a:t>A. Anitha Grace</a:t>
            </a:r>
            <a:br>
              <a:rPr lang="en-US" sz="1500" dirty="0">
                <a:latin typeface="Century Gothic"/>
              </a:rPr>
            </a:br>
            <a:r>
              <a:rPr lang="en-US" sz="1500">
                <a:solidFill>
                  <a:schemeClr val="bg1">
                    <a:lumMod val="10000"/>
                  </a:schemeClr>
                </a:solidFill>
                <a:latin typeface="Century Gothic"/>
              </a:rPr>
              <a:t>T. Enosh</a:t>
            </a:r>
            <a:endParaRPr lang="en-US">
              <a:solidFill>
                <a:schemeClr val="bg1">
                  <a:lumMod val="10000"/>
                </a:schemeClr>
              </a:solidFill>
            </a:endParaRPr>
          </a:p>
        </p:txBody>
      </p:sp>
      <p:pic>
        <p:nvPicPr>
          <p:cNvPr id="6" name="Content Placeholder 6" descr="Hands holding a broken heart&#10;&#10;AI-generated content may be incorrect.">
            <a:extLst>
              <a:ext uri="{FF2B5EF4-FFF2-40B4-BE49-F238E27FC236}">
                <a16:creationId xmlns:a16="http://schemas.microsoft.com/office/drawing/2014/main" id="{09C780CE-8C54-48A3-BDFB-269FD35E375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2571" b="-89"/>
          <a:stretch>
            <a:fillRect/>
          </a:stretch>
        </p:blipFill>
        <p:spPr>
          <a:xfrm>
            <a:off x="5619041" y="2257"/>
            <a:ext cx="5982974" cy="6853990"/>
          </a:xfrm>
          <a:prstGeom prst="rect">
            <a:avLst/>
          </a:prstGeom>
          <a:effectLst>
            <a:outerShdw blurRad="609600" dist="38100" dir="2700000">
              <a:srgbClr val="000000">
                <a:alpha val="74000"/>
              </a:srgbClr>
            </a:outerShdw>
          </a:effectLst>
        </p:spPr>
      </p:pic>
    </p:spTree>
    <p:extLst>
      <p:ext uri="{BB962C8B-B14F-4D97-AF65-F5344CB8AC3E}">
        <p14:creationId xmlns:p14="http://schemas.microsoft.com/office/powerpoint/2010/main" val="3451096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969F0-98CE-3335-09E3-316C63EA2A1C}"/>
              </a:ext>
            </a:extLst>
          </p:cNvPr>
          <p:cNvSpPr>
            <a:spLocks noGrp="1"/>
          </p:cNvSpPr>
          <p:nvPr>
            <p:ph type="title"/>
          </p:nvPr>
        </p:nvSpPr>
        <p:spPr>
          <a:xfrm>
            <a:off x="798285" y="1017936"/>
            <a:ext cx="5656935" cy="5039841"/>
          </a:xfrm>
        </p:spPr>
        <p:txBody>
          <a:bodyPr/>
          <a:lstStyle/>
          <a:p>
            <a:pPr algn="ctr"/>
            <a:r>
              <a:rPr lang="en-GB" sz="3200" b="1">
                <a:solidFill>
                  <a:schemeClr val="bg1">
                    <a:lumMod val="10000"/>
                  </a:schemeClr>
                </a:solidFill>
                <a:ea typeface="+mj-lt"/>
                <a:cs typeface="+mj-lt"/>
              </a:rPr>
              <a:t>Why Good Health and Well-being is Important</a:t>
            </a:r>
            <a:br>
              <a:rPr lang="en-GB" sz="3200" b="1" dirty="0">
                <a:solidFill>
                  <a:schemeClr val="bg1">
                    <a:lumMod val="10000"/>
                  </a:schemeClr>
                </a:solidFill>
                <a:ea typeface="+mj-lt"/>
                <a:cs typeface="+mj-lt"/>
              </a:rPr>
            </a:br>
            <a:endParaRPr lang="en-GB" sz="2400" b="1">
              <a:solidFill>
                <a:schemeClr val="bg1">
                  <a:lumMod val="10000"/>
                </a:schemeClr>
              </a:solidFill>
              <a:ea typeface="+mj-lt"/>
              <a:cs typeface="+mj-lt"/>
            </a:endParaRPr>
          </a:p>
          <a:p>
            <a:pPr algn="l">
              <a:buFont typeface="Arial"/>
              <a:buChar char="•"/>
            </a:pPr>
            <a:r>
              <a:rPr lang="en-GB" sz="1800" b="1">
                <a:ea typeface="+mj-lt"/>
                <a:cs typeface="+mj-lt"/>
              </a:rPr>
              <a:t>Good health</a:t>
            </a:r>
            <a:r>
              <a:rPr lang="en-GB" sz="1800">
                <a:ea typeface="+mj-lt"/>
                <a:cs typeface="+mj-lt"/>
              </a:rPr>
              <a:t> helps people live </a:t>
            </a:r>
            <a:r>
              <a:rPr lang="en-GB" sz="1800" b="1">
                <a:ea typeface="+mj-lt"/>
                <a:cs typeface="+mj-lt"/>
              </a:rPr>
              <a:t>longer and happier lives</a:t>
            </a:r>
            <a:r>
              <a:rPr lang="en-GB" sz="1800">
                <a:ea typeface="+mj-lt"/>
                <a:cs typeface="+mj-lt"/>
              </a:rPr>
              <a:t>.</a:t>
            </a:r>
            <a:br>
              <a:rPr lang="en-GB" sz="1800" dirty="0">
                <a:ea typeface="+mj-lt"/>
                <a:cs typeface="+mj-lt"/>
              </a:rPr>
            </a:br>
            <a:endParaRPr lang="en-GB" sz="1800" dirty="0">
              <a:ea typeface="+mj-lt"/>
              <a:cs typeface="+mj-lt"/>
            </a:endParaRPr>
          </a:p>
          <a:p>
            <a:pPr algn="l">
              <a:buFont typeface="Arial"/>
              <a:buChar char="•"/>
            </a:pPr>
            <a:r>
              <a:rPr lang="en-GB" sz="1800" b="1">
                <a:ea typeface="+mj-lt"/>
                <a:cs typeface="+mj-lt"/>
              </a:rPr>
              <a:t>Preventing diseases</a:t>
            </a:r>
            <a:r>
              <a:rPr lang="en-GB" sz="1800">
                <a:ea typeface="+mj-lt"/>
                <a:cs typeface="+mj-lt"/>
              </a:rPr>
              <a:t> is easier than treating them.</a:t>
            </a:r>
            <a:br>
              <a:rPr lang="en-GB" sz="1800" dirty="0">
                <a:ea typeface="+mj-lt"/>
                <a:cs typeface="+mj-lt"/>
              </a:rPr>
            </a:br>
            <a:endParaRPr lang="en-GB" sz="1800" dirty="0">
              <a:ea typeface="+mj-lt"/>
              <a:cs typeface="+mj-lt"/>
            </a:endParaRPr>
          </a:p>
          <a:p>
            <a:pPr algn="l">
              <a:buFont typeface="Arial"/>
              <a:buChar char="•"/>
            </a:pPr>
            <a:r>
              <a:rPr lang="en-GB" sz="1800" b="1">
                <a:ea typeface="+mj-lt"/>
                <a:cs typeface="+mj-lt"/>
              </a:rPr>
              <a:t>Technology</a:t>
            </a:r>
            <a:r>
              <a:rPr lang="en-GB" sz="1800">
                <a:ea typeface="+mj-lt"/>
                <a:cs typeface="+mj-lt"/>
              </a:rPr>
              <a:t> can help people </a:t>
            </a:r>
            <a:r>
              <a:rPr lang="en-GB" sz="1800" b="1">
                <a:ea typeface="+mj-lt"/>
                <a:cs typeface="+mj-lt"/>
              </a:rPr>
              <a:t>manage their health better</a:t>
            </a:r>
            <a:r>
              <a:rPr lang="en-GB" sz="1800">
                <a:ea typeface="+mj-lt"/>
                <a:cs typeface="+mj-lt"/>
              </a:rPr>
              <a:t>.</a:t>
            </a:r>
            <a:br>
              <a:rPr lang="en-GB" sz="1800" dirty="0">
                <a:ea typeface="+mj-lt"/>
                <a:cs typeface="+mj-lt"/>
              </a:rPr>
            </a:br>
            <a:endParaRPr lang="en-GB" sz="1800" dirty="0">
              <a:ea typeface="+mj-lt"/>
              <a:cs typeface="+mj-lt"/>
            </a:endParaRPr>
          </a:p>
          <a:p>
            <a:pPr algn="l">
              <a:buFont typeface="Arial"/>
              <a:buChar char="•"/>
            </a:pPr>
            <a:r>
              <a:rPr lang="en-GB" sz="1800" b="1">
                <a:ea typeface="+mj-lt"/>
                <a:cs typeface="+mj-lt"/>
              </a:rPr>
              <a:t>Health monitoring systems</a:t>
            </a:r>
            <a:r>
              <a:rPr lang="en-GB" sz="1800">
                <a:ea typeface="+mj-lt"/>
                <a:cs typeface="+mj-lt"/>
              </a:rPr>
              <a:t> improve </a:t>
            </a:r>
            <a:r>
              <a:rPr lang="en-GB" sz="1800" b="1">
                <a:ea typeface="+mj-lt"/>
                <a:cs typeface="+mj-lt"/>
              </a:rPr>
              <a:t>exercise safety</a:t>
            </a:r>
            <a:r>
              <a:rPr lang="en-GB" sz="1800" dirty="0">
                <a:ea typeface="+mj-lt"/>
                <a:cs typeface="+mj-lt"/>
              </a:rPr>
              <a:t> </a:t>
            </a:r>
            <a:r>
              <a:rPr lang="en-GB" sz="1800">
                <a:ea typeface="+mj-lt"/>
                <a:cs typeface="+mj-lt"/>
              </a:rPr>
              <a:t>and </a:t>
            </a:r>
            <a:r>
              <a:rPr lang="en-GB" sz="1800" b="1">
                <a:ea typeface="+mj-lt"/>
                <a:cs typeface="+mj-lt"/>
              </a:rPr>
              <a:t>treatment management</a:t>
            </a:r>
            <a:r>
              <a:rPr lang="en-GB" sz="1800">
                <a:ea typeface="+mj-lt"/>
                <a:cs typeface="+mj-lt"/>
              </a:rPr>
              <a:t>.</a:t>
            </a:r>
            <a:br>
              <a:rPr lang="en-GB" sz="1800" dirty="0">
                <a:ea typeface="+mj-lt"/>
                <a:cs typeface="+mj-lt"/>
              </a:rPr>
            </a:br>
            <a:endParaRPr lang="en-GB" sz="1800" dirty="0">
              <a:ea typeface="+mj-lt"/>
              <a:cs typeface="+mj-lt"/>
            </a:endParaRPr>
          </a:p>
          <a:p>
            <a:pPr algn="l">
              <a:buFont typeface="Arial"/>
              <a:buChar char="•"/>
            </a:pPr>
            <a:r>
              <a:rPr lang="en-GB" sz="1800">
                <a:ea typeface="+mj-lt"/>
                <a:cs typeface="+mj-lt"/>
              </a:rPr>
              <a:t>These systems support </a:t>
            </a:r>
            <a:r>
              <a:rPr lang="en-GB" sz="1800" b="1">
                <a:ea typeface="+mj-lt"/>
                <a:cs typeface="+mj-lt"/>
              </a:rPr>
              <a:t>doctors</a:t>
            </a:r>
            <a:r>
              <a:rPr lang="en-GB" sz="1800">
                <a:ea typeface="+mj-lt"/>
                <a:cs typeface="+mj-lt"/>
              </a:rPr>
              <a:t> and </a:t>
            </a:r>
            <a:r>
              <a:rPr lang="en-GB" sz="1800" b="1">
                <a:ea typeface="+mj-lt"/>
                <a:cs typeface="+mj-lt"/>
              </a:rPr>
              <a:t>patients</a:t>
            </a:r>
            <a:r>
              <a:rPr lang="en-GB" sz="1800">
                <a:ea typeface="+mj-lt"/>
                <a:cs typeface="+mj-lt"/>
              </a:rPr>
              <a:t> in managing </a:t>
            </a:r>
            <a:r>
              <a:rPr lang="en-GB" sz="1800" b="1">
                <a:ea typeface="+mj-lt"/>
                <a:cs typeface="+mj-lt"/>
              </a:rPr>
              <a:t>medical care</a:t>
            </a:r>
            <a:r>
              <a:rPr lang="en-GB" sz="1800">
                <a:ea typeface="+mj-lt"/>
                <a:cs typeface="+mj-lt"/>
              </a:rPr>
              <a:t>.</a:t>
            </a:r>
            <a:endParaRPr lang="en-GB" sz="1800" dirty="0">
              <a:ea typeface="+mj-lt"/>
              <a:cs typeface="+mj-lt"/>
            </a:endParaRPr>
          </a:p>
          <a:p>
            <a:endParaRPr lang="en-GB" dirty="0">
              <a:ea typeface="+mj-lt"/>
              <a:cs typeface="+mj-lt"/>
            </a:endParaRPr>
          </a:p>
        </p:txBody>
      </p:sp>
      <p:pic>
        <p:nvPicPr>
          <p:cNvPr id="5" name="Picture 4" descr="A group of hands holding different objects&#10;&#10;AI-generated content may be incorrect.">
            <a:extLst>
              <a:ext uri="{FF2B5EF4-FFF2-40B4-BE49-F238E27FC236}">
                <a16:creationId xmlns:a16="http://schemas.microsoft.com/office/drawing/2014/main" id="{92AEAF09-F3D3-D667-C78C-62D8EF436B6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6559564" y="1205"/>
            <a:ext cx="5225143" cy="6233516"/>
          </a:xfrm>
          <a:prstGeom prst="rect">
            <a:avLst/>
          </a:prstGeom>
          <a:effectLst/>
        </p:spPr>
      </p:pic>
    </p:spTree>
    <p:extLst>
      <p:ext uri="{BB962C8B-B14F-4D97-AF65-F5344CB8AC3E}">
        <p14:creationId xmlns:p14="http://schemas.microsoft.com/office/powerpoint/2010/main" val="1107570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8DF79-A5BD-E793-B9BD-7DF867701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BB891-85AB-2BCC-ADE4-28851D3A1E45}"/>
              </a:ext>
            </a:extLst>
          </p:cNvPr>
          <p:cNvSpPr>
            <a:spLocks noGrp="1"/>
          </p:cNvSpPr>
          <p:nvPr>
            <p:ph type="title"/>
          </p:nvPr>
        </p:nvSpPr>
        <p:spPr>
          <a:xfrm>
            <a:off x="798285" y="1017936"/>
            <a:ext cx="5656935" cy="4914655"/>
          </a:xfrm>
        </p:spPr>
        <p:txBody>
          <a:bodyPr vert="horz" lIns="91440" tIns="45720" rIns="91440" bIns="45720" rtlCol="0" anchor="t">
            <a:noAutofit/>
          </a:bodyPr>
          <a:lstStyle/>
          <a:p>
            <a:pPr algn="ctr"/>
            <a:r>
              <a:rPr lang="en-GB" sz="6000" b="1">
                <a:solidFill>
                  <a:schemeClr val="bg1">
                    <a:lumMod val="10000"/>
                  </a:schemeClr>
                </a:solidFill>
                <a:ea typeface="+mj-lt"/>
                <a:cs typeface="+mj-lt"/>
              </a:rPr>
              <a:t>Overview</a:t>
            </a:r>
            <a:br>
              <a:rPr lang="en-GB" sz="6000" b="1" dirty="0">
                <a:ea typeface="+mj-lt"/>
                <a:cs typeface="+mj-lt"/>
              </a:rPr>
            </a:br>
            <a:endParaRPr lang="en-US" sz="2400" b="1"/>
          </a:p>
          <a:p>
            <a:pPr algn="l"/>
            <a:r>
              <a:rPr lang="en-GB" sz="2000" b="1">
                <a:solidFill>
                  <a:schemeClr val="bg1">
                    <a:lumMod val="10000"/>
                  </a:schemeClr>
                </a:solidFill>
                <a:ea typeface="+mj-lt"/>
                <a:cs typeface="+mj-lt"/>
              </a:rPr>
              <a:t>Many people face health management problems, such as: </a:t>
            </a:r>
            <a:br>
              <a:rPr lang="en-GB" sz="2000" b="1" dirty="0">
                <a:solidFill>
                  <a:schemeClr val="bg1">
                    <a:lumMod val="10000"/>
                  </a:schemeClr>
                </a:solidFill>
                <a:ea typeface="+mj-lt"/>
                <a:cs typeface="+mj-lt"/>
              </a:rPr>
            </a:br>
            <a:br>
              <a:rPr lang="en-GB" sz="2000" dirty="0">
                <a:ea typeface="+mj-lt"/>
                <a:cs typeface="+mj-lt"/>
              </a:rPr>
            </a:br>
            <a:endParaRPr lang="en-GB" sz="700">
              <a:solidFill>
                <a:schemeClr val="bg1">
                  <a:lumMod val="10000"/>
                </a:schemeClr>
              </a:solidFill>
              <a:ea typeface="+mj-lt"/>
              <a:cs typeface="+mj-lt"/>
            </a:endParaRPr>
          </a:p>
          <a:p>
            <a:pPr algn="l">
              <a:buFont typeface="Arial"/>
              <a:buChar char="•"/>
            </a:pPr>
            <a:r>
              <a:rPr lang="en-GB" sz="1800" i="1" cap="none">
                <a:solidFill>
                  <a:schemeClr val="bg1">
                    <a:lumMod val="10000"/>
                  </a:schemeClr>
                </a:solidFill>
                <a:ea typeface="+mj-lt"/>
                <a:cs typeface="+mj-lt"/>
              </a:rPr>
              <a:t>Exercising without knowing </a:t>
            </a:r>
            <a:r>
              <a:rPr lang="en-GB" sz="1800" b="1" i="1" cap="none">
                <a:solidFill>
                  <a:schemeClr val="bg1">
                    <a:lumMod val="10000"/>
                  </a:schemeClr>
                </a:solidFill>
                <a:ea typeface="+mj-lt"/>
                <a:cs typeface="+mj-lt"/>
              </a:rPr>
              <a:t>safe heart rate limits</a:t>
            </a:r>
          </a:p>
          <a:p>
            <a:pPr algn="l">
              <a:buFont typeface="Arial"/>
              <a:buChar char="•"/>
            </a:pPr>
            <a:r>
              <a:rPr lang="en-GB" sz="1800" b="1" i="1" cap="none">
                <a:solidFill>
                  <a:schemeClr val="bg1">
                    <a:lumMod val="10000"/>
                  </a:schemeClr>
                </a:solidFill>
                <a:ea typeface="+mj-lt"/>
                <a:cs typeface="+mj-lt"/>
              </a:rPr>
              <a:t>Long waiting times</a:t>
            </a:r>
            <a:r>
              <a:rPr lang="en-GB" sz="1800" i="1" cap="none">
                <a:solidFill>
                  <a:schemeClr val="bg1">
                    <a:lumMod val="10000"/>
                  </a:schemeClr>
                </a:solidFill>
                <a:ea typeface="+mj-lt"/>
                <a:cs typeface="+mj-lt"/>
              </a:rPr>
              <a:t> in hospitals</a:t>
            </a:r>
          </a:p>
          <a:p>
            <a:pPr algn="l">
              <a:buFont typeface="Arial"/>
              <a:buChar char="•"/>
            </a:pPr>
            <a:r>
              <a:rPr lang="en-GB" sz="1800" b="1" i="1" cap="none">
                <a:solidFill>
                  <a:schemeClr val="bg1">
                    <a:lumMod val="10000"/>
                  </a:schemeClr>
                </a:solidFill>
                <a:ea typeface="+mj-lt"/>
                <a:cs typeface="+mj-lt"/>
              </a:rPr>
              <a:t>Forgetting to take medicines</a:t>
            </a:r>
            <a:r>
              <a:rPr lang="en-GB" sz="1800" i="1" cap="none">
                <a:solidFill>
                  <a:schemeClr val="bg1">
                    <a:lumMod val="10000"/>
                  </a:schemeClr>
                </a:solidFill>
                <a:ea typeface="+mj-lt"/>
                <a:cs typeface="+mj-lt"/>
              </a:rPr>
              <a:t> on tim</a:t>
            </a:r>
            <a:r>
              <a:rPr lang="en-GB" sz="2000" i="1" cap="none">
                <a:solidFill>
                  <a:schemeClr val="bg1">
                    <a:lumMod val="10000"/>
                  </a:schemeClr>
                </a:solidFill>
                <a:ea typeface="+mj-lt"/>
                <a:cs typeface="+mj-lt"/>
              </a:rPr>
              <a:t>e</a:t>
            </a:r>
            <a:br>
              <a:rPr lang="en-GB" sz="2000" i="1" cap="none" dirty="0">
                <a:ea typeface="+mj-lt"/>
                <a:cs typeface="+mj-lt"/>
              </a:rPr>
            </a:br>
            <a:endParaRPr lang="en-GB" sz="2000" i="1" cap="none" dirty="0">
              <a:ea typeface="+mj-lt"/>
              <a:cs typeface="+mj-lt"/>
            </a:endParaRPr>
          </a:p>
          <a:p>
            <a:pPr algn="l"/>
            <a:r>
              <a:rPr lang="en-GB" sz="2400" cap="none">
                <a:solidFill>
                  <a:schemeClr val="bg1">
                    <a:lumMod val="10000"/>
                  </a:schemeClr>
                </a:solidFill>
                <a:ea typeface="+mj-lt"/>
                <a:cs typeface="+mj-lt"/>
              </a:rPr>
              <a:t>Our projects provide </a:t>
            </a:r>
            <a:r>
              <a:rPr lang="en-GB" sz="2400" b="1" cap="none">
                <a:solidFill>
                  <a:schemeClr val="bg1">
                    <a:lumMod val="10000"/>
                  </a:schemeClr>
                </a:solidFill>
                <a:ea typeface="+mj-lt"/>
                <a:cs typeface="+mj-lt"/>
              </a:rPr>
              <a:t>simple digital solutions</a:t>
            </a:r>
            <a:r>
              <a:rPr lang="en-GB" sz="2400" cap="none">
                <a:solidFill>
                  <a:schemeClr val="bg1">
                    <a:lumMod val="10000"/>
                  </a:schemeClr>
                </a:solidFill>
                <a:ea typeface="+mj-lt"/>
                <a:cs typeface="+mj-lt"/>
              </a:rPr>
              <a:t> to these problems using </a:t>
            </a:r>
            <a:r>
              <a:rPr lang="en-GB" sz="2400" b="1" cap="none">
                <a:solidFill>
                  <a:schemeClr val="bg1">
                    <a:lumMod val="10000"/>
                  </a:schemeClr>
                </a:solidFill>
                <a:ea typeface="+mj-lt"/>
                <a:cs typeface="+mj-lt"/>
              </a:rPr>
              <a:t>programming concepts</a:t>
            </a:r>
            <a:r>
              <a:rPr lang="en-GB" sz="2400" cap="none">
                <a:solidFill>
                  <a:schemeClr val="bg1">
                    <a:lumMod val="10000"/>
                  </a:schemeClr>
                </a:solidFill>
                <a:ea typeface="+mj-lt"/>
                <a:cs typeface="+mj-lt"/>
              </a:rPr>
              <a:t>.</a:t>
            </a:r>
            <a:endParaRPr lang="en-GB" sz="2400" cap="none">
              <a:solidFill>
                <a:schemeClr val="bg1">
                  <a:lumMod val="10000"/>
                </a:schemeClr>
              </a:solidFill>
            </a:endParaRPr>
          </a:p>
        </p:txBody>
      </p:sp>
      <p:pic>
        <p:nvPicPr>
          <p:cNvPr id="4" name="Content Placeholder 3" descr="A black and white illustration of a person sitting in a row of people&#10;&#10;AI-generated content may be incorrect.">
            <a:extLst>
              <a:ext uri="{FF2B5EF4-FFF2-40B4-BE49-F238E27FC236}">
                <a16:creationId xmlns:a16="http://schemas.microsoft.com/office/drawing/2014/main" id="{DDC4C75B-8827-1247-3969-1998282990D4}"/>
              </a:ext>
            </a:extLst>
          </p:cNvPr>
          <p:cNvPicPr>
            <a:picLocks noGrp="1" noChangeAspect="1"/>
          </p:cNvPicPr>
          <p:nvPr>
            <p:ph sz="half" idx="2"/>
          </p:nvPr>
        </p:nvPicPr>
        <p:blipFill>
          <a:blip r:embed="rId2">
            <a:alphaModFix/>
          </a:blip>
          <a:srcRect l="798" t="49801" r="228" b="546"/>
          <a:stretch>
            <a:fillRect/>
          </a:stretch>
        </p:blipFill>
        <p:spPr>
          <a:xfrm>
            <a:off x="6833817" y="635197"/>
            <a:ext cx="4669493" cy="5583988"/>
          </a:xfrm>
          <a:prstGeom prst="rect">
            <a:avLst/>
          </a:prstGeom>
          <a:ln w="57150">
            <a:solidFill>
              <a:schemeClr val="tx1"/>
            </a:solidFill>
          </a:ln>
          <a:effectLst>
            <a:outerShdw blurRad="1270000" dir="2700000">
              <a:srgbClr val="000000">
                <a:alpha val="40000"/>
              </a:srgbClr>
            </a:outerShdw>
          </a:effectLst>
        </p:spPr>
      </p:pic>
    </p:spTree>
    <p:extLst>
      <p:ext uri="{BB962C8B-B14F-4D97-AF65-F5344CB8AC3E}">
        <p14:creationId xmlns:p14="http://schemas.microsoft.com/office/powerpoint/2010/main" val="1421755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69E3F-3EE4-F7CF-3444-14A1C801CBFD}"/>
              </a:ext>
            </a:extLst>
          </p:cNvPr>
          <p:cNvSpPr>
            <a:spLocks noGrp="1"/>
          </p:cNvSpPr>
          <p:nvPr>
            <p:ph type="ctrTitle"/>
          </p:nvPr>
        </p:nvSpPr>
        <p:spPr>
          <a:xfrm>
            <a:off x="1097280" y="758952"/>
            <a:ext cx="10058400" cy="5166360"/>
          </a:xfrm>
        </p:spPr>
        <p:txBody>
          <a:bodyPr vert="horz" lIns="91440" tIns="45720" rIns="91440" bIns="45720" rtlCol="0" anchor="ctr">
            <a:normAutofit/>
          </a:bodyPr>
          <a:lstStyle/>
          <a:p>
            <a:pPr algn="ctr">
              <a:spcBef>
                <a:spcPts val="200"/>
              </a:spcBef>
              <a:spcAft>
                <a:spcPts val="200"/>
              </a:spcAft>
            </a:pPr>
            <a:r>
              <a:rPr lang="en-GB" sz="4000" b="1" u="sng">
                <a:solidFill>
                  <a:schemeClr val="bg1">
                    <a:lumMod val="10000"/>
                  </a:schemeClr>
                </a:solidFill>
                <a:ea typeface="+mj-lt"/>
                <a:cs typeface="+mj-lt"/>
              </a:rPr>
              <a:t>Three Projects Supporting</a:t>
            </a:r>
            <a:br>
              <a:rPr lang="en-GB" sz="4000" b="1" u="sng" dirty="0">
                <a:solidFill>
                  <a:schemeClr val="bg1">
                    <a:lumMod val="10000"/>
                  </a:schemeClr>
                </a:solidFill>
                <a:ea typeface="+mj-lt"/>
                <a:cs typeface="+mj-lt"/>
              </a:rPr>
            </a:br>
            <a:r>
              <a:rPr lang="en-US" sz="2800" i="1" u="sng">
                <a:solidFill>
                  <a:srgbClr val="262626"/>
                </a:solidFill>
                <a:ea typeface="+mj-lt"/>
                <a:cs typeface="+mj-lt"/>
              </a:rPr>
              <a:t>Good Health and Well-being</a:t>
            </a:r>
            <a:br>
              <a:rPr lang="en-US" sz="2400" b="1" i="1" dirty="0">
                <a:ea typeface="+mj-lt"/>
                <a:cs typeface="+mj-lt"/>
              </a:rPr>
            </a:br>
            <a:endParaRPr lang="en-GB" sz="1400" b="1">
              <a:solidFill>
                <a:schemeClr val="bg1">
                  <a:lumMod val="10000"/>
                </a:schemeClr>
              </a:solidFill>
              <a:ea typeface="+mj-lt"/>
              <a:cs typeface="+mj-lt"/>
            </a:endParaRPr>
          </a:p>
          <a:p>
            <a:pPr marL="285750" indent="-285750">
              <a:spcBef>
                <a:spcPts val="0"/>
              </a:spcBef>
              <a:buFont typeface="Arial"/>
              <a:buChar char="•"/>
            </a:pPr>
            <a:r>
              <a:rPr lang="en-GB" sz="3200" b="1">
                <a:ea typeface="+mj-lt"/>
                <a:cs typeface="+mj-lt"/>
              </a:rPr>
              <a:t>Heart Rate Zone Calculator</a:t>
            </a:r>
            <a:endParaRPr lang="en-GB" sz="3200" b="1"/>
          </a:p>
          <a:p>
            <a:pPr lvl="1"/>
            <a:r>
              <a:rPr lang="en-GB" sz="2400" dirty="0">
                <a:latin typeface="+mj-lt"/>
                <a:ea typeface="+mj-lt"/>
                <a:cs typeface="+mj-lt"/>
              </a:rPr>
              <a:t>    </a:t>
            </a:r>
            <a:r>
              <a:rPr lang="en-GB" sz="2000" i="1"/>
              <a:t>Helps people exercise within a safe heart rate range.</a:t>
            </a:r>
            <a:br>
              <a:rPr lang="en-GB" sz="2000" i="1" dirty="0"/>
            </a:br>
            <a:endParaRPr lang="en-GB" sz="2000" i="1" dirty="0"/>
          </a:p>
          <a:p>
            <a:pPr marL="285750" indent="-285750">
              <a:buFont typeface="Arial"/>
              <a:buChar char="•"/>
            </a:pPr>
            <a:r>
              <a:rPr lang="en-GB" sz="3200" b="1">
                <a:ea typeface="+mj-lt"/>
                <a:cs typeface="+mj-lt"/>
              </a:rPr>
              <a:t>Medical Appointment Scheduler</a:t>
            </a:r>
            <a:endParaRPr lang="en-GB" sz="3200" b="1"/>
          </a:p>
          <a:p>
            <a:pPr lvl="1"/>
            <a:r>
              <a:rPr lang="en-GB" sz="2400" dirty="0">
                <a:latin typeface="+mj-lt"/>
                <a:ea typeface="+mj-lt"/>
                <a:cs typeface="+mj-lt"/>
              </a:rPr>
              <a:t> </a:t>
            </a:r>
            <a:r>
              <a:rPr lang="en-GB" sz="2000" i="1" dirty="0">
                <a:latin typeface="+mj-lt"/>
                <a:ea typeface="+mj-lt"/>
                <a:cs typeface="+mj-lt"/>
              </a:rPr>
              <a:t>   </a:t>
            </a:r>
            <a:r>
              <a:rPr lang="en-GB" i="1"/>
              <a:t>Uses queue data structures to manage patient flow.</a:t>
            </a:r>
            <a:br>
              <a:rPr lang="en-GB" sz="2000" dirty="0"/>
            </a:br>
            <a:endParaRPr lang="en-GB" sz="2000" dirty="0"/>
          </a:p>
          <a:p>
            <a:pPr marL="285750" indent="-285750">
              <a:buFont typeface="Arial"/>
              <a:buChar char="•"/>
            </a:pPr>
            <a:r>
              <a:rPr lang="en-GB" sz="3200" b="1">
                <a:ea typeface="+mj-lt"/>
                <a:cs typeface="+mj-lt"/>
              </a:rPr>
              <a:t>Pill Reminder System</a:t>
            </a:r>
            <a:endParaRPr lang="en-GB" sz="3200" b="1"/>
          </a:p>
          <a:p>
            <a:pPr lvl="1"/>
            <a:r>
              <a:rPr lang="en-GB" sz="2400" dirty="0">
                <a:latin typeface="+mj-lt"/>
                <a:ea typeface="+mj-lt"/>
                <a:cs typeface="+mj-lt"/>
              </a:rPr>
              <a:t>   </a:t>
            </a:r>
            <a:r>
              <a:rPr lang="en-GB" sz="2000" dirty="0">
                <a:latin typeface="+mj-lt"/>
                <a:ea typeface="+mj-lt"/>
                <a:cs typeface="+mj-lt"/>
              </a:rPr>
              <a:t> </a:t>
            </a:r>
            <a:r>
              <a:rPr lang="en-GB"/>
              <a:t>Sends notifications to remind users to take medicine on time.</a:t>
            </a:r>
          </a:p>
          <a:p>
            <a:endParaRPr lang="en-GB" sz="2400" dirty="0"/>
          </a:p>
        </p:txBody>
      </p:sp>
    </p:spTree>
    <p:extLst>
      <p:ext uri="{BB962C8B-B14F-4D97-AF65-F5344CB8AC3E}">
        <p14:creationId xmlns:p14="http://schemas.microsoft.com/office/powerpoint/2010/main" val="157531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0ED062-D5E5-A6A6-3095-DD3A35C0B241}"/>
              </a:ext>
            </a:extLst>
          </p:cNvPr>
          <p:cNvSpPr>
            <a:spLocks noGrp="1"/>
          </p:cNvSpPr>
          <p:nvPr>
            <p:ph idx="1"/>
          </p:nvPr>
        </p:nvSpPr>
        <p:spPr/>
        <p:txBody>
          <a:bodyPr vert="horz" lIns="0" tIns="45720" rIns="0" bIns="45720" rtlCol="0" anchor="t">
            <a:normAutofit/>
          </a:bodyPr>
          <a:lstStyle/>
          <a:p>
            <a:r>
              <a:rPr lang="en-GB" b="1">
                <a:ea typeface="+mn-lt"/>
                <a:cs typeface="+mn-lt"/>
              </a:rPr>
              <a:t>Introduction</a:t>
            </a:r>
            <a:endParaRPr lang="en-GB"/>
          </a:p>
          <a:p>
            <a:r>
              <a:rPr lang="en-GB" dirty="0">
                <a:ea typeface="+mn-lt"/>
                <a:cs typeface="+mn-lt"/>
              </a:rPr>
              <a:t>A </a:t>
            </a:r>
            <a:r>
              <a:rPr lang="en-GB" b="1" dirty="0">
                <a:ea typeface="+mn-lt"/>
                <a:cs typeface="+mn-lt"/>
              </a:rPr>
              <a:t>Heart Rate Zone Calculator</a:t>
            </a:r>
            <a:r>
              <a:rPr lang="en-GB" dirty="0">
                <a:ea typeface="+mn-lt"/>
                <a:cs typeface="+mn-lt"/>
              </a:rPr>
              <a:t> helps determine the </a:t>
            </a:r>
            <a:r>
              <a:rPr lang="en-GB" b="1" dirty="0">
                <a:ea typeface="+mn-lt"/>
                <a:cs typeface="+mn-lt"/>
              </a:rPr>
              <a:t>safe heart rate range</a:t>
            </a:r>
            <a:r>
              <a:rPr lang="en-GB" dirty="0">
                <a:ea typeface="+mn-lt"/>
                <a:cs typeface="+mn-lt"/>
              </a:rPr>
              <a:t> during exercise based on a person's age.</a:t>
            </a:r>
            <a:endParaRPr lang="en-GB" dirty="0"/>
          </a:p>
          <a:p>
            <a:r>
              <a:rPr lang="en-GB" b="1">
                <a:ea typeface="+mn-lt"/>
                <a:cs typeface="+mn-lt"/>
              </a:rPr>
              <a:t>Applications</a:t>
            </a:r>
            <a:endParaRPr lang="en-GB"/>
          </a:p>
          <a:p>
            <a:r>
              <a:rPr lang="en-GB">
                <a:ea typeface="+mn-lt"/>
                <a:cs typeface="+mn-lt"/>
              </a:rPr>
              <a:t>Fitness training</a:t>
            </a:r>
          </a:p>
          <a:p>
            <a:r>
              <a:rPr lang="en-GB">
                <a:ea typeface="+mn-lt"/>
                <a:cs typeface="+mn-lt"/>
              </a:rPr>
              <a:t>Gym workouts</a:t>
            </a:r>
            <a:endParaRPr lang="en-GB"/>
          </a:p>
          <a:p>
            <a:r>
              <a:rPr lang="en-GB">
                <a:ea typeface="+mn-lt"/>
                <a:cs typeface="+mn-lt"/>
              </a:rPr>
              <a:t>Cardio exercises</a:t>
            </a:r>
            <a:endParaRPr lang="en-GB"/>
          </a:p>
          <a:p>
            <a:r>
              <a:rPr lang="en-GB">
                <a:ea typeface="+mn-lt"/>
                <a:cs typeface="+mn-lt"/>
              </a:rPr>
              <a:t>Personal health monitoring</a:t>
            </a:r>
            <a:endParaRPr lang="en-GB"/>
          </a:p>
          <a:p>
            <a:endParaRPr lang="en-GB" dirty="0"/>
          </a:p>
          <a:p>
            <a:endParaRPr lang="en-GB" dirty="0"/>
          </a:p>
        </p:txBody>
      </p:sp>
      <p:sp>
        <p:nvSpPr>
          <p:cNvPr id="3" name="Title 2">
            <a:extLst>
              <a:ext uri="{FF2B5EF4-FFF2-40B4-BE49-F238E27FC236}">
                <a16:creationId xmlns:a16="http://schemas.microsoft.com/office/drawing/2014/main" id="{33A0DCBE-AD44-62BB-BCD3-C368A52A386A}"/>
              </a:ext>
            </a:extLst>
          </p:cNvPr>
          <p:cNvSpPr>
            <a:spLocks noGrp="1"/>
          </p:cNvSpPr>
          <p:nvPr>
            <p:ph type="title"/>
          </p:nvPr>
        </p:nvSpPr>
        <p:spPr>
          <a:solidFill>
            <a:schemeClr val="tx1"/>
          </a:solidFill>
        </p:spPr>
        <p:txBody>
          <a:bodyPr>
            <a:noAutofit/>
          </a:bodyPr>
          <a:lstStyle/>
          <a:p>
            <a:pPr algn="ctr"/>
            <a:r>
              <a:rPr lang="en-GB" sz="4400">
                <a:solidFill>
                  <a:schemeClr val="accent2"/>
                </a:solidFill>
                <a:ea typeface="+mj-lt"/>
                <a:cs typeface="+mj-lt"/>
              </a:rPr>
              <a:t>Heart Rate Zone Calculator</a:t>
            </a:r>
            <a:endParaRPr lang="en-US" sz="4400">
              <a:solidFill>
                <a:schemeClr val="accent2"/>
              </a:solidFill>
            </a:endParaRPr>
          </a:p>
        </p:txBody>
      </p:sp>
    </p:spTree>
    <p:extLst>
      <p:ext uri="{BB962C8B-B14F-4D97-AF65-F5344CB8AC3E}">
        <p14:creationId xmlns:p14="http://schemas.microsoft.com/office/powerpoint/2010/main" val="3085710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3BCCE9-7C7D-DA91-53BB-0FA3F1E1D3A8}"/>
              </a:ext>
            </a:extLst>
          </p:cNvPr>
          <p:cNvSpPr>
            <a:spLocks noGrp="1"/>
          </p:cNvSpPr>
          <p:nvPr>
            <p:ph idx="1"/>
          </p:nvPr>
        </p:nvSpPr>
        <p:spPr/>
        <p:txBody>
          <a:bodyPr vert="horz" lIns="0" tIns="45720" rIns="0" bIns="45720" rtlCol="0" anchor="t">
            <a:normAutofit/>
          </a:bodyPr>
          <a:lstStyle/>
          <a:p>
            <a:pPr marL="457200" indent="-457200">
              <a:buFont typeface="Wingdings" panose="020F0502020204030204" pitchFamily="34" charset="0"/>
              <a:buChar char="q"/>
            </a:pPr>
            <a:r>
              <a:rPr lang="en-GB" cap="all">
                <a:solidFill>
                  <a:srgbClr val="404040"/>
                </a:solidFill>
                <a:ea typeface="+mn-lt"/>
                <a:cs typeface="+mn-lt"/>
              </a:rPr>
              <a:t>The user enters their </a:t>
            </a:r>
            <a:r>
              <a:rPr lang="en-GB" b="1" cap="all">
                <a:solidFill>
                  <a:srgbClr val="404040"/>
                </a:solidFill>
                <a:ea typeface="+mn-lt"/>
                <a:cs typeface="+mn-lt"/>
              </a:rPr>
              <a:t>age</a:t>
            </a:r>
            <a:r>
              <a:rPr lang="en-GB" cap="all">
                <a:solidFill>
                  <a:srgbClr val="404040"/>
                </a:solidFill>
                <a:ea typeface="+mn-lt"/>
                <a:cs typeface="+mn-lt"/>
              </a:rPr>
              <a:t>.</a:t>
            </a:r>
            <a:endParaRPr lang="en-US"/>
          </a:p>
          <a:p>
            <a:pPr marL="457200" indent="-457200">
              <a:buFont typeface="Wingdings" panose="020F0502020204030204" pitchFamily="34" charset="0"/>
              <a:buChar char="q"/>
            </a:pPr>
            <a:r>
              <a:rPr lang="en-GB" cap="all">
                <a:solidFill>
                  <a:srgbClr val="404040"/>
                </a:solidFill>
                <a:ea typeface="+mn-lt"/>
                <a:cs typeface="+mn-lt"/>
              </a:rPr>
              <a:t>The program calculates </a:t>
            </a:r>
            <a:r>
              <a:rPr lang="en-GB" b="1" cap="all">
                <a:solidFill>
                  <a:srgbClr val="404040"/>
                </a:solidFill>
                <a:ea typeface="+mn-lt"/>
                <a:cs typeface="+mn-lt"/>
              </a:rPr>
              <a:t>Maximum Heart Rate</a:t>
            </a:r>
            <a:r>
              <a:rPr lang="en-GB" cap="all">
                <a:solidFill>
                  <a:srgbClr val="404040"/>
                </a:solidFill>
                <a:ea typeface="+mn-lt"/>
                <a:cs typeface="+mn-lt"/>
              </a:rPr>
              <a:t>.</a:t>
            </a:r>
            <a:endParaRPr lang="en-GB">
              <a:ea typeface="+mn-lt"/>
              <a:cs typeface="+mn-lt"/>
            </a:endParaRPr>
          </a:p>
          <a:p>
            <a:pPr marL="457200" indent="-457200">
              <a:buFont typeface="Wingdings" panose="020F0502020204030204" pitchFamily="34" charset="0"/>
              <a:buChar char="q"/>
            </a:pPr>
            <a:r>
              <a:rPr lang="en-GB" cap="all" dirty="0">
                <a:solidFill>
                  <a:srgbClr val="404040"/>
                </a:solidFill>
                <a:ea typeface="+mn-lt"/>
                <a:cs typeface="+mn-lt"/>
              </a:rPr>
              <a:t>It then determines different </a:t>
            </a:r>
            <a:r>
              <a:rPr lang="en-GB" b="1" cap="all" dirty="0">
                <a:solidFill>
                  <a:srgbClr val="404040"/>
                </a:solidFill>
                <a:ea typeface="+mn-lt"/>
                <a:cs typeface="+mn-lt"/>
              </a:rPr>
              <a:t>heart rate zones</a:t>
            </a:r>
            <a:r>
              <a:rPr lang="en-GB" cap="all" dirty="0">
                <a:solidFill>
                  <a:srgbClr val="404040"/>
                </a:solidFill>
                <a:ea typeface="+mn-lt"/>
                <a:cs typeface="+mn-lt"/>
              </a:rPr>
              <a:t>, such as:</a:t>
            </a:r>
            <a:endParaRPr lang="en-GB" dirty="0"/>
          </a:p>
          <a:p>
            <a:pPr marL="457200" indent="-457200">
              <a:buFont typeface="Wingdings" panose="020F0502020204030204" pitchFamily="34" charset="0"/>
              <a:buChar char="q"/>
            </a:pPr>
            <a:r>
              <a:rPr lang="en-GB" sz="1800" b="1" i="1">
                <a:solidFill>
                  <a:srgbClr val="404040"/>
                </a:solidFill>
                <a:ea typeface="+mn-lt"/>
                <a:cs typeface="+mn-lt"/>
              </a:rPr>
              <a:t>Warm-up zone</a:t>
            </a:r>
            <a:endParaRPr lang="en-GB" sz="1800" b="1" i="1"/>
          </a:p>
          <a:p>
            <a:pPr marL="457200" indent="-457200">
              <a:buFont typeface="Wingdings" panose="020F0502020204030204" pitchFamily="34" charset="0"/>
              <a:buChar char="q"/>
            </a:pPr>
            <a:r>
              <a:rPr lang="en-GB" sz="1800" b="1" i="1">
                <a:solidFill>
                  <a:srgbClr val="404040"/>
                </a:solidFill>
                <a:ea typeface="+mn-lt"/>
                <a:cs typeface="+mn-lt"/>
              </a:rPr>
              <a:t>Fat-burn zone</a:t>
            </a:r>
            <a:endParaRPr lang="en-GB" sz="1800" b="1" i="1"/>
          </a:p>
          <a:p>
            <a:pPr marL="457200" indent="-457200">
              <a:buFont typeface="Wingdings" panose="020F0502020204030204" pitchFamily="34" charset="0"/>
              <a:buChar char="q"/>
            </a:pPr>
            <a:r>
              <a:rPr lang="en-GB" sz="1800" b="1" i="1">
                <a:solidFill>
                  <a:srgbClr val="404040"/>
                </a:solidFill>
                <a:ea typeface="+mn-lt"/>
                <a:cs typeface="+mn-lt"/>
              </a:rPr>
              <a:t>Cardio zone</a:t>
            </a:r>
            <a:endParaRPr lang="en-GB" sz="1800" b="1" i="1"/>
          </a:p>
          <a:p>
            <a:pPr marL="457200" indent="-457200">
              <a:buFont typeface="Wingdings" panose="020F0502020204030204" pitchFamily="34" charset="0"/>
              <a:buChar char="q"/>
            </a:pPr>
            <a:r>
              <a:rPr lang="en-GB" sz="1800" b="1" i="1">
                <a:solidFill>
                  <a:srgbClr val="404040"/>
                </a:solidFill>
                <a:ea typeface="+mn-lt"/>
                <a:cs typeface="+mn-lt"/>
              </a:rPr>
              <a:t>Peak zone</a:t>
            </a:r>
            <a:endParaRPr lang="en-GB" b="1" i="1"/>
          </a:p>
          <a:p>
            <a:pPr marL="457200" indent="-457200">
              <a:buFont typeface="Wingdings" panose="020F0502020204030204" pitchFamily="34" charset="0"/>
              <a:buChar char="q"/>
            </a:pPr>
            <a:endParaRPr lang="en-GB" cap="all" dirty="0">
              <a:solidFill>
                <a:srgbClr val="404040"/>
              </a:solidFill>
            </a:endParaRPr>
          </a:p>
          <a:p>
            <a:pPr marL="457200" indent="-457200">
              <a:buFont typeface="Wingdings" panose="020F0502020204030204" pitchFamily="34" charset="0"/>
              <a:buChar char="q"/>
            </a:pPr>
            <a:endParaRPr lang="en-GB" dirty="0"/>
          </a:p>
          <a:p>
            <a:pPr marL="457200" indent="-457200">
              <a:buFont typeface="Wingdings" panose="020F0502020204030204" pitchFamily="34" charset="0"/>
              <a:buChar char="q"/>
            </a:pPr>
            <a:endParaRPr lang="en-GB" dirty="0"/>
          </a:p>
        </p:txBody>
      </p:sp>
      <p:sp>
        <p:nvSpPr>
          <p:cNvPr id="3" name="Title 2">
            <a:extLst>
              <a:ext uri="{FF2B5EF4-FFF2-40B4-BE49-F238E27FC236}">
                <a16:creationId xmlns:a16="http://schemas.microsoft.com/office/drawing/2014/main" id="{B34D4199-D259-4835-AE16-D3E8DDD15C47}"/>
              </a:ext>
            </a:extLst>
          </p:cNvPr>
          <p:cNvSpPr>
            <a:spLocks noGrp="1"/>
          </p:cNvSpPr>
          <p:nvPr>
            <p:ph type="title"/>
          </p:nvPr>
        </p:nvSpPr>
        <p:spPr>
          <a:solidFill>
            <a:schemeClr val="accent1"/>
          </a:solidFill>
        </p:spPr>
        <p:txBody>
          <a:bodyPr>
            <a:normAutofit/>
          </a:bodyPr>
          <a:lstStyle/>
          <a:p>
            <a:pPr algn="ctr"/>
            <a:r>
              <a:rPr lang="en-GB" sz="5400">
                <a:solidFill>
                  <a:schemeClr val="bg1">
                    <a:lumMod val="10000"/>
                  </a:schemeClr>
                </a:solidFill>
                <a:ea typeface="+mj-lt"/>
                <a:cs typeface="+mj-lt"/>
              </a:rPr>
              <a:t>How the Program Works</a:t>
            </a:r>
            <a:endParaRPr lang="en-US" sz="5400">
              <a:solidFill>
                <a:schemeClr val="bg1">
                  <a:lumMod val="10000"/>
                </a:schemeClr>
              </a:solidFill>
            </a:endParaRPr>
          </a:p>
        </p:txBody>
      </p:sp>
    </p:spTree>
    <p:extLst>
      <p:ext uri="{BB962C8B-B14F-4D97-AF65-F5344CB8AC3E}">
        <p14:creationId xmlns:p14="http://schemas.microsoft.com/office/powerpoint/2010/main" val="3879201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8F5BD-B788-D5EF-5136-9B0E8E42EBBE}"/>
              </a:ext>
            </a:extLst>
          </p:cNvPr>
          <p:cNvSpPr>
            <a:spLocks noGrp="1"/>
          </p:cNvSpPr>
          <p:nvPr>
            <p:ph type="title"/>
          </p:nvPr>
        </p:nvSpPr>
        <p:spPr>
          <a:xfrm>
            <a:off x="5563613" y="1033462"/>
            <a:ext cx="5711810" cy="974026"/>
          </a:xfrm>
          <a:solidFill>
            <a:schemeClr val="tx1"/>
          </a:solidFill>
          <a:ln>
            <a:noFill/>
          </a:ln>
        </p:spPr>
        <p:txBody>
          <a:bodyPr>
            <a:noAutofit/>
          </a:bodyPr>
          <a:lstStyle/>
          <a:p>
            <a:pPr algn="ctr"/>
            <a:r>
              <a:rPr lang="en-GB" sz="5400">
                <a:solidFill>
                  <a:schemeClr val="bg1"/>
                </a:solidFill>
                <a:ea typeface="+mj-lt"/>
                <a:cs typeface="+mj-lt"/>
              </a:rPr>
              <a:t>Conclusion</a:t>
            </a:r>
            <a:endParaRPr lang="en-US" sz="5400">
              <a:solidFill>
                <a:schemeClr val="bg1"/>
              </a:solidFill>
            </a:endParaRPr>
          </a:p>
        </p:txBody>
      </p:sp>
      <p:sp>
        <p:nvSpPr>
          <p:cNvPr id="3" name="Content Placeholder 2">
            <a:extLst>
              <a:ext uri="{FF2B5EF4-FFF2-40B4-BE49-F238E27FC236}">
                <a16:creationId xmlns:a16="http://schemas.microsoft.com/office/drawing/2014/main" id="{AC41BE06-CD55-1149-9E62-245A6DAD7074}"/>
              </a:ext>
            </a:extLst>
          </p:cNvPr>
          <p:cNvSpPr>
            <a:spLocks noGrp="1"/>
          </p:cNvSpPr>
          <p:nvPr>
            <p:ph sz="half" idx="2"/>
          </p:nvPr>
        </p:nvSpPr>
        <p:spPr/>
        <p:txBody>
          <a:bodyPr vert="horz" lIns="0" tIns="45720" rIns="0" bIns="45720" rtlCol="0" anchor="t">
            <a:normAutofit/>
          </a:bodyPr>
          <a:lstStyle/>
          <a:p>
            <a:pPr>
              <a:buFont typeface="Calibri"/>
              <a:buChar char=" "/>
            </a:pPr>
            <a:r>
              <a:rPr lang="en-GB" sz="3200" i="1">
                <a:ea typeface="+mn-lt"/>
                <a:cs typeface="+mn-lt"/>
              </a:rPr>
              <a:t>This program helps users understand </a:t>
            </a:r>
            <a:r>
              <a:rPr lang="en-GB" sz="3200" b="1" i="1">
                <a:ea typeface="+mn-lt"/>
                <a:cs typeface="+mn-lt"/>
              </a:rPr>
              <a:t>safe heart rate levels</a:t>
            </a:r>
            <a:r>
              <a:rPr lang="en-GB" sz="3200" i="1">
                <a:ea typeface="+mn-lt"/>
                <a:cs typeface="+mn-lt"/>
              </a:rPr>
              <a:t>, promoting </a:t>
            </a:r>
            <a:r>
              <a:rPr lang="en-GB" sz="3200" b="1" i="1">
                <a:ea typeface="+mn-lt"/>
                <a:cs typeface="+mn-lt"/>
              </a:rPr>
              <a:t>healthy workout habits</a:t>
            </a:r>
            <a:r>
              <a:rPr lang="en-GB" sz="3200" i="1">
                <a:ea typeface="+mn-lt"/>
                <a:cs typeface="+mn-lt"/>
              </a:rPr>
              <a:t>.</a:t>
            </a:r>
          </a:p>
          <a:p>
            <a:pPr marL="285750" indent="-285750">
              <a:buFont typeface="Arial"/>
              <a:buChar char="•"/>
            </a:pPr>
            <a:endParaRPr lang="en-GB" sz="2800" dirty="0"/>
          </a:p>
        </p:txBody>
      </p:sp>
      <p:sp>
        <p:nvSpPr>
          <p:cNvPr id="4" name="Content Placeholder 3">
            <a:extLst>
              <a:ext uri="{FF2B5EF4-FFF2-40B4-BE49-F238E27FC236}">
                <a16:creationId xmlns:a16="http://schemas.microsoft.com/office/drawing/2014/main" id="{0FC90722-DF5E-4259-A932-3392EC34B683}"/>
              </a:ext>
            </a:extLst>
          </p:cNvPr>
          <p:cNvSpPr>
            <a:spLocks noGrp="1"/>
          </p:cNvSpPr>
          <p:nvPr>
            <p:ph sz="half" idx="14"/>
          </p:nvPr>
        </p:nvSpPr>
        <p:spPr>
          <a:xfrm>
            <a:off x="752127" y="630936"/>
            <a:ext cx="4485717" cy="5586984"/>
          </a:xfrm>
          <a:noFill/>
        </p:spPr>
        <p:txBody>
          <a:bodyPr vert="horz" lIns="0" tIns="45720" rIns="0" bIns="45720" rtlCol="0" anchor="t">
            <a:normAutofit/>
          </a:bodyPr>
          <a:lstStyle/>
          <a:p>
            <a:pPr marL="0" indent="0" algn="ctr">
              <a:buNone/>
            </a:pPr>
            <a:endParaRPr lang="en-GB" sz="2400" b="1" dirty="0">
              <a:ea typeface="+mn-lt"/>
              <a:cs typeface="+mn-lt"/>
            </a:endParaRPr>
          </a:p>
          <a:p>
            <a:pPr marL="0" indent="0" algn="ctr">
              <a:buNone/>
            </a:pPr>
            <a:r>
              <a:rPr lang="en-GB" sz="4400" b="1">
                <a:ea typeface="+mn-lt"/>
                <a:cs typeface="+mn-lt"/>
              </a:rPr>
              <a:t>Drawbacks</a:t>
            </a:r>
            <a:endParaRPr lang="en-GB" sz="4400"/>
          </a:p>
          <a:p>
            <a:pPr marL="0" indent="0" algn="ctr">
              <a:buNone/>
            </a:pPr>
            <a:endParaRPr lang="en-GB" sz="700" b="1" dirty="0">
              <a:ea typeface="+mn-lt"/>
              <a:cs typeface="+mn-lt"/>
            </a:endParaRPr>
          </a:p>
          <a:p>
            <a:r>
              <a:rPr lang="en-GB" sz="2400">
                <a:ea typeface="+mn-lt"/>
                <a:cs typeface="+mn-lt"/>
              </a:rPr>
              <a:t>Does not consider </a:t>
            </a:r>
            <a:r>
              <a:rPr lang="en-GB" sz="2400" b="1">
                <a:ea typeface="+mn-lt"/>
                <a:cs typeface="+mn-lt"/>
              </a:rPr>
              <a:t>medical conditions</a:t>
            </a:r>
            <a:r>
              <a:rPr lang="en-GB" sz="2400">
                <a:ea typeface="+mn-lt"/>
                <a:cs typeface="+mn-lt"/>
              </a:rPr>
              <a:t>.</a:t>
            </a:r>
          </a:p>
          <a:p>
            <a:r>
              <a:rPr lang="en-GB" sz="2400" dirty="0">
                <a:ea typeface="+mn-lt"/>
                <a:cs typeface="+mn-lt"/>
              </a:rPr>
              <a:t>Requires </a:t>
            </a:r>
            <a:r>
              <a:rPr lang="en-GB" sz="2400" b="1" dirty="0">
                <a:ea typeface="+mn-lt"/>
                <a:cs typeface="+mn-lt"/>
              </a:rPr>
              <a:t>accurate user input</a:t>
            </a:r>
            <a:r>
              <a:rPr lang="en-GB" sz="2400" dirty="0">
                <a:ea typeface="+mn-lt"/>
                <a:cs typeface="+mn-lt"/>
              </a:rPr>
              <a:t>.</a:t>
            </a:r>
            <a:endParaRPr lang="en-GB" dirty="0">
              <a:ea typeface="+mn-lt"/>
              <a:cs typeface="+mn-lt"/>
            </a:endParaRPr>
          </a:p>
          <a:p>
            <a:r>
              <a:rPr lang="en-GB" sz="2400">
                <a:ea typeface="+mn-lt"/>
                <a:cs typeface="+mn-lt"/>
              </a:rPr>
              <a:t>Provides only a </a:t>
            </a:r>
            <a:r>
              <a:rPr lang="en-GB" sz="2400" b="1">
                <a:ea typeface="+mn-lt"/>
                <a:cs typeface="+mn-lt"/>
              </a:rPr>
              <a:t>basic estimation</a:t>
            </a:r>
            <a:endParaRPr lang="en-GB"/>
          </a:p>
          <a:p>
            <a:pPr>
              <a:buFont typeface="Arial" panose="020F0502020204030204" pitchFamily="34" charset="0"/>
              <a:buChar char="•"/>
            </a:pPr>
            <a:endParaRPr lang="en-GB" sz="2400" dirty="0"/>
          </a:p>
          <a:p>
            <a:pPr>
              <a:buFont typeface="Arial" panose="020F0502020204030204" pitchFamily="34" charset="0"/>
              <a:buChar char="•"/>
            </a:pPr>
            <a:endParaRPr lang="en-GB" sz="2800" dirty="0"/>
          </a:p>
        </p:txBody>
      </p:sp>
    </p:spTree>
    <p:extLst>
      <p:ext uri="{BB962C8B-B14F-4D97-AF65-F5344CB8AC3E}">
        <p14:creationId xmlns:p14="http://schemas.microsoft.com/office/powerpoint/2010/main" val="1620373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9254A-4DF9-1A1F-59BA-7C07064C999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EBCD53-9BF5-E2E9-E73E-118D595D1BED}"/>
              </a:ext>
            </a:extLst>
          </p:cNvPr>
          <p:cNvSpPr>
            <a:spLocks noGrp="1"/>
          </p:cNvSpPr>
          <p:nvPr>
            <p:ph idx="1"/>
          </p:nvPr>
        </p:nvSpPr>
        <p:spPr/>
        <p:txBody>
          <a:bodyPr vert="horz" lIns="0" tIns="45720" rIns="0" bIns="45720" rtlCol="0" anchor="t">
            <a:normAutofit/>
          </a:bodyPr>
          <a:lstStyle/>
          <a:p>
            <a:r>
              <a:rPr lang="en-GB" b="1">
                <a:ea typeface="+mn-lt"/>
                <a:cs typeface="+mn-lt"/>
              </a:rPr>
              <a:t>Introduction</a:t>
            </a:r>
            <a:endParaRPr lang="en-GB"/>
          </a:p>
          <a:p>
            <a:r>
              <a:rPr lang="en-GB">
                <a:ea typeface="+mn-lt"/>
                <a:cs typeface="+mn-lt"/>
              </a:rPr>
              <a:t>The </a:t>
            </a:r>
            <a:r>
              <a:rPr lang="en-GB" b="1">
                <a:ea typeface="+mn-lt"/>
                <a:cs typeface="+mn-lt"/>
              </a:rPr>
              <a:t>Medical Appointment Scheduler</a:t>
            </a:r>
            <a:r>
              <a:rPr lang="en-GB">
                <a:ea typeface="+mn-lt"/>
                <a:cs typeface="+mn-lt"/>
              </a:rPr>
              <a:t> simulates a </a:t>
            </a:r>
            <a:r>
              <a:rPr lang="en-GB" b="1">
                <a:ea typeface="+mn-lt"/>
                <a:cs typeface="+mn-lt"/>
              </a:rPr>
              <a:t>doctor’s clinic system</a:t>
            </a:r>
            <a:r>
              <a:rPr lang="en-GB">
                <a:ea typeface="+mn-lt"/>
                <a:cs typeface="+mn-lt"/>
              </a:rPr>
              <a:t> using a </a:t>
            </a:r>
            <a:r>
              <a:rPr lang="en-GB" b="1">
                <a:ea typeface="+mn-lt"/>
                <a:cs typeface="+mn-lt"/>
              </a:rPr>
              <a:t>Queue Data Structure</a:t>
            </a:r>
            <a:r>
              <a:rPr lang="en-GB">
                <a:ea typeface="+mn-lt"/>
                <a:cs typeface="+mn-lt"/>
              </a:rPr>
              <a:t>.</a:t>
            </a:r>
          </a:p>
          <a:p>
            <a:r>
              <a:rPr lang="en-GB" b="1">
                <a:ea typeface="+mn-lt"/>
                <a:cs typeface="+mn-lt"/>
              </a:rPr>
              <a:t>Applications</a:t>
            </a:r>
            <a:endParaRPr lang="en-GB"/>
          </a:p>
          <a:p>
            <a:r>
              <a:rPr lang="en-GB" sz="1800" i="1">
                <a:ea typeface="+mn-lt"/>
                <a:cs typeface="+mn-lt"/>
              </a:rPr>
              <a:t>Hospitals</a:t>
            </a:r>
            <a:endParaRPr lang="en-GB" sz="1800" i="1" dirty="0">
              <a:ea typeface="+mn-lt"/>
              <a:cs typeface="+mn-lt"/>
            </a:endParaRPr>
          </a:p>
          <a:p>
            <a:r>
              <a:rPr lang="en-GB" sz="1800" i="1">
                <a:ea typeface="+mn-lt"/>
                <a:cs typeface="+mn-lt"/>
              </a:rPr>
              <a:t>Clinics</a:t>
            </a:r>
            <a:endParaRPr lang="en-GB" sz="1800" i="1"/>
          </a:p>
          <a:p>
            <a:r>
              <a:rPr lang="en-GB" sz="1800" i="1" dirty="0">
                <a:ea typeface="+mn-lt"/>
                <a:cs typeface="+mn-lt"/>
              </a:rPr>
              <a:t>Diagnostic </a:t>
            </a:r>
            <a:r>
              <a:rPr lang="en-GB" sz="1800" i="1">
                <a:ea typeface="+mn-lt"/>
                <a:cs typeface="+mn-lt"/>
              </a:rPr>
              <a:t>centres</a:t>
            </a:r>
            <a:endParaRPr lang="en-GB" sz="1800" i="1"/>
          </a:p>
          <a:p>
            <a:r>
              <a:rPr lang="en-GB" sz="1800" i="1">
                <a:ea typeface="+mn-lt"/>
                <a:cs typeface="+mn-lt"/>
              </a:rPr>
              <a:t>Online appointment systems</a:t>
            </a:r>
            <a:endParaRPr lang="en-GB" sz="1800"/>
          </a:p>
          <a:p>
            <a:endParaRPr lang="en-GB" dirty="0"/>
          </a:p>
          <a:p>
            <a:endParaRPr lang="en-GB" dirty="0"/>
          </a:p>
        </p:txBody>
      </p:sp>
      <p:sp>
        <p:nvSpPr>
          <p:cNvPr id="3" name="Title 2">
            <a:extLst>
              <a:ext uri="{FF2B5EF4-FFF2-40B4-BE49-F238E27FC236}">
                <a16:creationId xmlns:a16="http://schemas.microsoft.com/office/drawing/2014/main" id="{F5D23D22-4932-7067-0890-BDB5192FAFF2}"/>
              </a:ext>
            </a:extLst>
          </p:cNvPr>
          <p:cNvSpPr>
            <a:spLocks noGrp="1"/>
          </p:cNvSpPr>
          <p:nvPr>
            <p:ph type="title"/>
          </p:nvPr>
        </p:nvSpPr>
        <p:spPr>
          <a:solidFill>
            <a:schemeClr val="tx1"/>
          </a:solidFill>
        </p:spPr>
        <p:txBody>
          <a:bodyPr>
            <a:noAutofit/>
          </a:bodyPr>
          <a:lstStyle/>
          <a:p>
            <a:pPr algn="ctr"/>
            <a:r>
              <a:rPr lang="en-GB" sz="4400">
                <a:solidFill>
                  <a:schemeClr val="accent2"/>
                </a:solidFill>
                <a:ea typeface="+mj-lt"/>
                <a:cs typeface="+mj-lt"/>
              </a:rPr>
              <a:t>Medical Appointment Scheduler</a:t>
            </a:r>
            <a:endParaRPr lang="en-US" sz="4400">
              <a:solidFill>
                <a:schemeClr val="accent2"/>
              </a:solidFill>
            </a:endParaRPr>
          </a:p>
        </p:txBody>
      </p:sp>
    </p:spTree>
    <p:extLst>
      <p:ext uri="{BB962C8B-B14F-4D97-AF65-F5344CB8AC3E}">
        <p14:creationId xmlns:p14="http://schemas.microsoft.com/office/powerpoint/2010/main" val="2710969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A0BCC-990F-BC6A-1E69-5DD4C957CF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8315D4-8959-4DD4-EC47-F73A53CBBDF0}"/>
              </a:ext>
            </a:extLst>
          </p:cNvPr>
          <p:cNvSpPr>
            <a:spLocks noGrp="1"/>
          </p:cNvSpPr>
          <p:nvPr>
            <p:ph idx="1"/>
          </p:nvPr>
        </p:nvSpPr>
        <p:spPr/>
        <p:txBody>
          <a:bodyPr vert="horz" lIns="0" tIns="45720" rIns="0" bIns="45720" rtlCol="0" anchor="t">
            <a:normAutofit/>
          </a:bodyPr>
          <a:lstStyle/>
          <a:p>
            <a:pPr marL="457200" indent="-457200">
              <a:buFont typeface="Wingdings" panose="020F0502020204030204" pitchFamily="34" charset="0"/>
              <a:buChar char="q"/>
            </a:pPr>
            <a:r>
              <a:rPr lang="en-GB" sz="2400" cap="all">
                <a:solidFill>
                  <a:srgbClr val="404040"/>
                </a:solidFill>
                <a:ea typeface="+mn-lt"/>
                <a:cs typeface="+mn-lt"/>
              </a:rPr>
              <a:t>Patients are </a:t>
            </a:r>
            <a:r>
              <a:rPr lang="en-GB" sz="2400" b="1" cap="all">
                <a:solidFill>
                  <a:srgbClr val="404040"/>
                </a:solidFill>
                <a:ea typeface="+mn-lt"/>
                <a:cs typeface="+mn-lt"/>
              </a:rPr>
              <a:t>added to a queue</a:t>
            </a:r>
            <a:r>
              <a:rPr lang="en-GB" sz="2400" cap="all">
                <a:solidFill>
                  <a:srgbClr val="404040"/>
                </a:solidFill>
                <a:ea typeface="+mn-lt"/>
                <a:cs typeface="+mn-lt"/>
              </a:rPr>
              <a:t> when they arrive.</a:t>
            </a:r>
            <a:endParaRPr lang="en-US" sz="2400">
              <a:ea typeface="+mn-lt"/>
              <a:cs typeface="+mn-lt"/>
            </a:endParaRPr>
          </a:p>
          <a:p>
            <a:pPr marL="457200" indent="-457200">
              <a:buFont typeface="Wingdings" panose="020F0502020204030204" pitchFamily="34" charset="0"/>
              <a:buChar char="q"/>
            </a:pPr>
            <a:r>
              <a:rPr lang="en-GB" sz="2400" cap="all">
                <a:solidFill>
                  <a:srgbClr val="404040"/>
                </a:solidFill>
                <a:ea typeface="+mn-lt"/>
                <a:cs typeface="+mn-lt"/>
              </a:rPr>
              <a:t>The system follows the </a:t>
            </a:r>
            <a:r>
              <a:rPr lang="en-GB" sz="2400" b="1" cap="all">
                <a:solidFill>
                  <a:srgbClr val="404040"/>
                </a:solidFill>
                <a:ea typeface="+mn-lt"/>
                <a:cs typeface="+mn-lt"/>
              </a:rPr>
              <a:t>FIFO Principle (First In, First Out)</a:t>
            </a:r>
            <a:r>
              <a:rPr lang="en-GB" sz="2400" cap="all">
                <a:solidFill>
                  <a:srgbClr val="404040"/>
                </a:solidFill>
                <a:ea typeface="+mn-lt"/>
                <a:cs typeface="+mn-lt"/>
              </a:rPr>
              <a:t>.</a:t>
            </a:r>
            <a:endParaRPr lang="en-GB" sz="2400">
              <a:ea typeface="+mn-lt"/>
              <a:cs typeface="+mn-lt"/>
            </a:endParaRPr>
          </a:p>
          <a:p>
            <a:pPr marL="457200" indent="-457200">
              <a:buFont typeface="Wingdings" panose="020F0502020204030204" pitchFamily="34" charset="0"/>
              <a:buChar char="q"/>
            </a:pPr>
            <a:r>
              <a:rPr lang="en-GB" sz="2400" cap="all">
                <a:solidFill>
                  <a:srgbClr val="404040"/>
                </a:solidFill>
                <a:ea typeface="+mn-lt"/>
                <a:cs typeface="+mn-lt"/>
              </a:rPr>
              <a:t>The program can:</a:t>
            </a:r>
            <a:endParaRPr lang="en-GB" sz="2400"/>
          </a:p>
          <a:p>
            <a:pPr marL="457200" indent="-457200">
              <a:buFont typeface="Wingdings" panose="020F0502020204030204" pitchFamily="34" charset="0"/>
              <a:buChar char="q"/>
            </a:pPr>
            <a:r>
              <a:rPr lang="en-GB" sz="2200" b="1" i="1">
                <a:solidFill>
                  <a:srgbClr val="404040"/>
                </a:solidFill>
                <a:ea typeface="+mn-lt"/>
                <a:cs typeface="+mn-lt"/>
              </a:rPr>
              <a:t>Add new patients</a:t>
            </a:r>
            <a:endParaRPr lang="en-GB" sz="2200" b="1" i="1"/>
          </a:p>
          <a:p>
            <a:pPr marL="457200" indent="-457200">
              <a:buFont typeface="Wingdings" panose="020F0502020204030204" pitchFamily="34" charset="0"/>
              <a:buChar char="q"/>
            </a:pPr>
            <a:r>
              <a:rPr lang="en-GB" sz="2200" b="1" i="1">
                <a:solidFill>
                  <a:srgbClr val="404040"/>
                </a:solidFill>
                <a:ea typeface="+mn-lt"/>
                <a:cs typeface="+mn-lt"/>
              </a:rPr>
              <a:t>Display waiting list</a:t>
            </a:r>
            <a:endParaRPr lang="en-GB" sz="2200" b="1" i="1"/>
          </a:p>
          <a:p>
            <a:pPr marL="457200" indent="-457200">
              <a:buFont typeface="Wingdings" panose="020F0502020204030204" pitchFamily="34" charset="0"/>
              <a:buChar char="q"/>
            </a:pPr>
            <a:r>
              <a:rPr lang="en-GB" sz="2200" b="1" i="1">
                <a:solidFill>
                  <a:srgbClr val="404040"/>
                </a:solidFill>
                <a:ea typeface="+mn-lt"/>
                <a:cs typeface="+mn-lt"/>
              </a:rPr>
              <a:t>Remove patients after consultation</a:t>
            </a:r>
            <a:endParaRPr lang="en-GB" i="1"/>
          </a:p>
          <a:p>
            <a:pPr marL="457200" indent="-457200">
              <a:buFont typeface="Wingdings" panose="020F0502020204030204" pitchFamily="34" charset="0"/>
              <a:buChar char="q"/>
            </a:pPr>
            <a:endParaRPr lang="en-GB" cap="all" dirty="0">
              <a:solidFill>
                <a:srgbClr val="404040"/>
              </a:solidFill>
              <a:ea typeface="+mn-lt"/>
              <a:cs typeface="+mn-lt"/>
            </a:endParaRPr>
          </a:p>
          <a:p>
            <a:pPr marL="457200" indent="-457200">
              <a:buFont typeface="Wingdings" panose="020F0502020204030204" pitchFamily="34" charset="0"/>
              <a:buChar char="q"/>
            </a:pPr>
            <a:endParaRPr lang="en-GB" cap="all" dirty="0">
              <a:solidFill>
                <a:srgbClr val="404040"/>
              </a:solidFill>
            </a:endParaRPr>
          </a:p>
          <a:p>
            <a:pPr marL="457200" indent="-457200">
              <a:buFont typeface="Wingdings" panose="020F0502020204030204" pitchFamily="34" charset="0"/>
              <a:buChar char="q"/>
            </a:pPr>
            <a:endParaRPr lang="en-GB" dirty="0"/>
          </a:p>
          <a:p>
            <a:pPr marL="457200" indent="-457200">
              <a:buFont typeface="Wingdings" panose="020F0502020204030204" pitchFamily="34" charset="0"/>
              <a:buChar char="q"/>
            </a:pPr>
            <a:endParaRPr lang="en-GB" dirty="0"/>
          </a:p>
        </p:txBody>
      </p:sp>
      <p:sp>
        <p:nvSpPr>
          <p:cNvPr id="3" name="Title 2">
            <a:extLst>
              <a:ext uri="{FF2B5EF4-FFF2-40B4-BE49-F238E27FC236}">
                <a16:creationId xmlns:a16="http://schemas.microsoft.com/office/drawing/2014/main" id="{06BB3CA8-37FF-F038-F0FB-7D9E05471DDD}"/>
              </a:ext>
            </a:extLst>
          </p:cNvPr>
          <p:cNvSpPr>
            <a:spLocks noGrp="1"/>
          </p:cNvSpPr>
          <p:nvPr>
            <p:ph type="title"/>
          </p:nvPr>
        </p:nvSpPr>
        <p:spPr>
          <a:solidFill>
            <a:schemeClr val="accent1"/>
          </a:solidFill>
        </p:spPr>
        <p:txBody>
          <a:bodyPr>
            <a:normAutofit/>
          </a:bodyPr>
          <a:lstStyle/>
          <a:p>
            <a:pPr algn="ctr"/>
            <a:r>
              <a:rPr lang="en-GB" sz="5400">
                <a:solidFill>
                  <a:schemeClr val="bg1">
                    <a:lumMod val="10000"/>
                  </a:schemeClr>
                </a:solidFill>
                <a:ea typeface="+mj-lt"/>
                <a:cs typeface="+mj-lt"/>
              </a:rPr>
              <a:t>How the Program Works</a:t>
            </a:r>
            <a:endParaRPr lang="en-US" sz="5400">
              <a:solidFill>
                <a:schemeClr val="bg1">
                  <a:lumMod val="10000"/>
                </a:schemeClr>
              </a:solidFill>
            </a:endParaRPr>
          </a:p>
        </p:txBody>
      </p:sp>
    </p:spTree>
    <p:extLst>
      <p:ext uri="{BB962C8B-B14F-4D97-AF65-F5344CB8AC3E}">
        <p14:creationId xmlns:p14="http://schemas.microsoft.com/office/powerpoint/2010/main" val="873578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868C7-17F3-88A8-FB01-04E5E7266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F3177-03A3-071E-0B91-A0E11A2E00D8}"/>
              </a:ext>
            </a:extLst>
          </p:cNvPr>
          <p:cNvSpPr>
            <a:spLocks noGrp="1"/>
          </p:cNvSpPr>
          <p:nvPr>
            <p:ph type="title"/>
          </p:nvPr>
        </p:nvSpPr>
        <p:spPr>
          <a:xfrm>
            <a:off x="5563613" y="1033462"/>
            <a:ext cx="5711810" cy="974026"/>
          </a:xfrm>
          <a:solidFill>
            <a:schemeClr val="tx1"/>
          </a:solidFill>
          <a:ln>
            <a:noFill/>
          </a:ln>
        </p:spPr>
        <p:txBody>
          <a:bodyPr>
            <a:noAutofit/>
          </a:bodyPr>
          <a:lstStyle/>
          <a:p>
            <a:pPr algn="ctr"/>
            <a:r>
              <a:rPr lang="en-GB" sz="5400">
                <a:solidFill>
                  <a:schemeClr val="bg1"/>
                </a:solidFill>
                <a:ea typeface="+mj-lt"/>
                <a:cs typeface="+mj-lt"/>
              </a:rPr>
              <a:t>Conclusion</a:t>
            </a:r>
            <a:endParaRPr lang="en-US" sz="5400">
              <a:solidFill>
                <a:schemeClr val="bg1"/>
              </a:solidFill>
            </a:endParaRPr>
          </a:p>
        </p:txBody>
      </p:sp>
      <p:sp>
        <p:nvSpPr>
          <p:cNvPr id="3" name="Content Placeholder 2">
            <a:extLst>
              <a:ext uri="{FF2B5EF4-FFF2-40B4-BE49-F238E27FC236}">
                <a16:creationId xmlns:a16="http://schemas.microsoft.com/office/drawing/2014/main" id="{170BE20B-91AF-BC3E-3D4B-47126DE23D5D}"/>
              </a:ext>
            </a:extLst>
          </p:cNvPr>
          <p:cNvSpPr>
            <a:spLocks noGrp="1"/>
          </p:cNvSpPr>
          <p:nvPr>
            <p:ph sz="half" idx="2"/>
          </p:nvPr>
        </p:nvSpPr>
        <p:spPr/>
        <p:txBody>
          <a:bodyPr vert="horz" lIns="0" tIns="45720" rIns="0" bIns="45720" rtlCol="0" anchor="t">
            <a:normAutofit/>
          </a:bodyPr>
          <a:lstStyle/>
          <a:p>
            <a:pPr marL="0" indent="0">
              <a:buNone/>
            </a:pPr>
            <a:r>
              <a:rPr lang="en-GB" sz="3600" i="1">
                <a:ea typeface="+mn-lt"/>
                <a:cs typeface="+mn-lt"/>
              </a:rPr>
              <a:t>This system helps improve </a:t>
            </a:r>
            <a:r>
              <a:rPr lang="en-GB" sz="3600" b="1" i="1">
                <a:ea typeface="+mn-lt"/>
                <a:cs typeface="+mn-lt"/>
              </a:rPr>
              <a:t>clinic organization</a:t>
            </a:r>
            <a:r>
              <a:rPr lang="en-GB" sz="3600" i="1">
                <a:ea typeface="+mn-lt"/>
                <a:cs typeface="+mn-lt"/>
              </a:rPr>
              <a:t> and </a:t>
            </a:r>
            <a:r>
              <a:rPr lang="en-GB" sz="3600" b="1" i="1">
                <a:ea typeface="+mn-lt"/>
                <a:cs typeface="+mn-lt"/>
              </a:rPr>
              <a:t>patient flow management</a:t>
            </a:r>
            <a:r>
              <a:rPr lang="en-GB" sz="3600" i="1">
                <a:ea typeface="+mn-lt"/>
                <a:cs typeface="+mn-lt"/>
              </a:rPr>
              <a:t>.</a:t>
            </a:r>
            <a:endParaRPr lang="en-US" sz="3600" i="1">
              <a:ea typeface="+mn-lt"/>
              <a:cs typeface="+mn-lt"/>
            </a:endParaRPr>
          </a:p>
        </p:txBody>
      </p:sp>
      <p:sp>
        <p:nvSpPr>
          <p:cNvPr id="4" name="Content Placeholder 3">
            <a:extLst>
              <a:ext uri="{FF2B5EF4-FFF2-40B4-BE49-F238E27FC236}">
                <a16:creationId xmlns:a16="http://schemas.microsoft.com/office/drawing/2014/main" id="{6FA97CA3-BBF0-7EB2-B7F9-567AC7C27781}"/>
              </a:ext>
            </a:extLst>
          </p:cNvPr>
          <p:cNvSpPr>
            <a:spLocks noGrp="1"/>
          </p:cNvSpPr>
          <p:nvPr>
            <p:ph sz="half" idx="14"/>
          </p:nvPr>
        </p:nvSpPr>
        <p:spPr>
          <a:xfrm>
            <a:off x="752127" y="630936"/>
            <a:ext cx="4485717" cy="5586984"/>
          </a:xfrm>
          <a:noFill/>
        </p:spPr>
        <p:txBody>
          <a:bodyPr vert="horz" lIns="0" tIns="45720" rIns="0" bIns="45720" rtlCol="0" anchor="t">
            <a:normAutofit/>
          </a:bodyPr>
          <a:lstStyle/>
          <a:p>
            <a:pPr marL="0" indent="0" algn="ctr">
              <a:buNone/>
            </a:pPr>
            <a:endParaRPr lang="en-GB" sz="2400" b="1" dirty="0">
              <a:ea typeface="+mn-lt"/>
              <a:cs typeface="+mn-lt"/>
            </a:endParaRPr>
          </a:p>
          <a:p>
            <a:pPr marL="0" indent="0" algn="ctr">
              <a:buNone/>
            </a:pPr>
            <a:r>
              <a:rPr lang="en-GB" sz="4400" b="1">
                <a:ea typeface="+mn-lt"/>
                <a:cs typeface="+mn-lt"/>
              </a:rPr>
              <a:t>Drawbacks</a:t>
            </a:r>
            <a:endParaRPr lang="en-GB" sz="4400"/>
          </a:p>
          <a:p>
            <a:pPr marL="0" indent="0" algn="ctr">
              <a:buNone/>
            </a:pPr>
            <a:endParaRPr lang="en-GB" sz="700" b="1" dirty="0">
              <a:ea typeface="+mn-lt"/>
              <a:cs typeface="+mn-lt"/>
            </a:endParaRPr>
          </a:p>
          <a:p>
            <a:pPr marL="285750" indent="-285750">
              <a:buFont typeface="Arial"/>
              <a:buChar char="•"/>
            </a:pPr>
            <a:r>
              <a:rPr lang="en-GB" sz="2400">
                <a:ea typeface="+mn-lt"/>
                <a:cs typeface="+mn-lt"/>
              </a:rPr>
              <a:t>Cannot automatically detect </a:t>
            </a:r>
            <a:r>
              <a:rPr lang="en-GB" sz="2400" b="1">
                <a:ea typeface="+mn-lt"/>
                <a:cs typeface="+mn-lt"/>
              </a:rPr>
              <a:t>emergency cases</a:t>
            </a:r>
            <a:r>
              <a:rPr lang="en-GB" sz="2400">
                <a:ea typeface="+mn-lt"/>
                <a:cs typeface="+mn-lt"/>
              </a:rPr>
              <a:t>.</a:t>
            </a:r>
            <a:endParaRPr lang="en-GB">
              <a:ea typeface="+mn-lt"/>
              <a:cs typeface="+mn-lt"/>
            </a:endParaRPr>
          </a:p>
          <a:p>
            <a:pPr marL="285750" indent="-285750">
              <a:buFont typeface="Arial"/>
              <a:buChar char="•"/>
            </a:pPr>
            <a:r>
              <a:rPr lang="en-GB" sz="2400">
                <a:ea typeface="+mn-lt"/>
                <a:cs typeface="+mn-lt"/>
              </a:rPr>
              <a:t>Requires </a:t>
            </a:r>
            <a:r>
              <a:rPr lang="en-GB" sz="2400" b="1">
                <a:ea typeface="+mn-lt"/>
                <a:cs typeface="+mn-lt"/>
              </a:rPr>
              <a:t>manual data entry</a:t>
            </a:r>
            <a:r>
              <a:rPr lang="en-GB" sz="2400">
                <a:ea typeface="+mn-lt"/>
                <a:cs typeface="+mn-lt"/>
              </a:rPr>
              <a:t>.</a:t>
            </a:r>
            <a:endParaRPr lang="en-GB">
              <a:ea typeface="+mn-lt"/>
              <a:cs typeface="+mn-lt"/>
            </a:endParaRPr>
          </a:p>
          <a:p>
            <a:pPr marL="285750" indent="-285750">
              <a:buFont typeface="Arial"/>
              <a:buChar char="•"/>
            </a:pPr>
            <a:r>
              <a:rPr lang="en-GB" sz="2400">
                <a:ea typeface="+mn-lt"/>
                <a:cs typeface="+mn-lt"/>
              </a:rPr>
              <a:t>Only a </a:t>
            </a:r>
            <a:r>
              <a:rPr lang="en-GB" sz="2400" b="1">
                <a:ea typeface="+mn-lt"/>
                <a:cs typeface="+mn-lt"/>
              </a:rPr>
              <a:t>simulation of real hospital systems</a:t>
            </a:r>
            <a:r>
              <a:rPr lang="en-GB" sz="2400">
                <a:ea typeface="+mn-lt"/>
                <a:cs typeface="+mn-lt"/>
              </a:rPr>
              <a:t>.</a:t>
            </a:r>
            <a:endParaRPr lang="en-GB">
              <a:ea typeface="+mn-lt"/>
              <a:cs typeface="+mn-lt"/>
            </a:endParaRPr>
          </a:p>
          <a:p>
            <a:pPr marL="0" indent="0">
              <a:buNone/>
            </a:pPr>
            <a:endParaRPr lang="en-GB" sz="2400" dirty="0"/>
          </a:p>
          <a:p>
            <a:pPr marL="285750" indent="-285750">
              <a:buFont typeface="Arial"/>
              <a:buChar char="•"/>
            </a:pPr>
            <a:endParaRPr lang="en-GB" sz="2800" dirty="0"/>
          </a:p>
        </p:txBody>
      </p:sp>
    </p:spTree>
    <p:extLst>
      <p:ext uri="{BB962C8B-B14F-4D97-AF65-F5344CB8AC3E}">
        <p14:creationId xmlns:p14="http://schemas.microsoft.com/office/powerpoint/2010/main" val="3981051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6542-1D3C-9692-B0BD-034B386788C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CDE51E-0849-DA74-DB7A-172E69F7A607}"/>
              </a:ext>
            </a:extLst>
          </p:cNvPr>
          <p:cNvSpPr>
            <a:spLocks noGrp="1"/>
          </p:cNvSpPr>
          <p:nvPr>
            <p:ph idx="1"/>
          </p:nvPr>
        </p:nvSpPr>
        <p:spPr/>
        <p:txBody>
          <a:bodyPr vert="horz" lIns="0" tIns="45720" rIns="0" bIns="45720" rtlCol="0" anchor="t">
            <a:normAutofit/>
          </a:bodyPr>
          <a:lstStyle/>
          <a:p>
            <a:r>
              <a:rPr lang="en-GB" b="1">
                <a:ea typeface="+mn-lt"/>
                <a:cs typeface="+mn-lt"/>
              </a:rPr>
              <a:t>Introduction</a:t>
            </a:r>
            <a:endParaRPr lang="en-GB"/>
          </a:p>
          <a:p>
            <a:r>
              <a:rPr lang="en-GB">
                <a:ea typeface="+mn-lt"/>
                <a:cs typeface="+mn-lt"/>
              </a:rPr>
              <a:t>The </a:t>
            </a:r>
            <a:r>
              <a:rPr lang="en-GB" b="1">
                <a:ea typeface="+mn-lt"/>
                <a:cs typeface="+mn-lt"/>
              </a:rPr>
              <a:t>Pill Reminder System</a:t>
            </a:r>
            <a:r>
              <a:rPr lang="en-GB">
                <a:ea typeface="+mn-lt"/>
                <a:cs typeface="+mn-lt"/>
              </a:rPr>
              <a:t> reminds users to take </a:t>
            </a:r>
            <a:r>
              <a:rPr lang="en-GB" b="1">
                <a:ea typeface="+mn-lt"/>
                <a:cs typeface="+mn-lt"/>
              </a:rPr>
              <a:t>medication</a:t>
            </a:r>
            <a:r>
              <a:rPr lang="en-GB">
                <a:ea typeface="+mn-lt"/>
                <a:cs typeface="+mn-lt"/>
              </a:rPr>
              <a:t> at </a:t>
            </a:r>
            <a:r>
              <a:rPr lang="en-GB" b="1">
                <a:ea typeface="+mn-lt"/>
                <a:cs typeface="+mn-lt"/>
              </a:rPr>
              <a:t>scheduled times</a:t>
            </a:r>
            <a:r>
              <a:rPr lang="en-GB">
                <a:ea typeface="+mn-lt"/>
                <a:cs typeface="+mn-lt"/>
              </a:rPr>
              <a:t>.</a:t>
            </a:r>
          </a:p>
          <a:p>
            <a:r>
              <a:rPr lang="en-GB" b="1">
                <a:ea typeface="+mn-lt"/>
                <a:cs typeface="+mn-lt"/>
              </a:rPr>
              <a:t>Applications</a:t>
            </a:r>
            <a:endParaRPr lang="en-GB">
              <a:ea typeface="+mn-lt"/>
              <a:cs typeface="+mn-lt"/>
            </a:endParaRPr>
          </a:p>
          <a:p>
            <a:r>
              <a:rPr lang="en-GB" i="1">
                <a:ea typeface="+mn-lt"/>
                <a:cs typeface="+mn-lt"/>
              </a:rPr>
              <a:t>Daily medication patients</a:t>
            </a:r>
          </a:p>
          <a:p>
            <a:r>
              <a:rPr lang="en-GB" i="1">
                <a:ea typeface="+mn-lt"/>
                <a:cs typeface="+mn-lt"/>
              </a:rPr>
              <a:t>Elderly care</a:t>
            </a:r>
            <a:endParaRPr lang="en-GB" i="1"/>
          </a:p>
          <a:p>
            <a:r>
              <a:rPr lang="en-GB" i="1">
                <a:ea typeface="+mn-lt"/>
                <a:cs typeface="+mn-lt"/>
              </a:rPr>
              <a:t>Long-term treatments</a:t>
            </a:r>
            <a:endParaRPr lang="en-GB" i="1"/>
          </a:p>
          <a:p>
            <a:r>
              <a:rPr lang="en-GB" i="1">
                <a:ea typeface="+mn-lt"/>
                <a:cs typeface="+mn-lt"/>
              </a:rPr>
              <a:t>Home healthcare systems</a:t>
            </a:r>
            <a:endParaRPr lang="en-GB" i="1"/>
          </a:p>
          <a:p>
            <a:endParaRPr lang="en-GB" dirty="0"/>
          </a:p>
          <a:p>
            <a:endParaRPr lang="en-GB" dirty="0"/>
          </a:p>
          <a:p>
            <a:endParaRPr lang="en-GB" dirty="0"/>
          </a:p>
        </p:txBody>
      </p:sp>
      <p:sp>
        <p:nvSpPr>
          <p:cNvPr id="3" name="Title 2">
            <a:extLst>
              <a:ext uri="{FF2B5EF4-FFF2-40B4-BE49-F238E27FC236}">
                <a16:creationId xmlns:a16="http://schemas.microsoft.com/office/drawing/2014/main" id="{FB3E14D3-30C8-5E30-5072-D622304D44AB}"/>
              </a:ext>
            </a:extLst>
          </p:cNvPr>
          <p:cNvSpPr>
            <a:spLocks noGrp="1"/>
          </p:cNvSpPr>
          <p:nvPr>
            <p:ph type="title"/>
          </p:nvPr>
        </p:nvSpPr>
        <p:spPr>
          <a:solidFill>
            <a:schemeClr val="tx1"/>
          </a:solidFill>
        </p:spPr>
        <p:txBody>
          <a:bodyPr>
            <a:noAutofit/>
          </a:bodyPr>
          <a:lstStyle/>
          <a:p>
            <a:pPr algn="ctr"/>
            <a:r>
              <a:rPr lang="en-GB" sz="5400">
                <a:solidFill>
                  <a:schemeClr val="accent2"/>
                </a:solidFill>
                <a:ea typeface="+mj-lt"/>
                <a:cs typeface="+mj-lt"/>
              </a:rPr>
              <a:t>Pill Reminder System</a:t>
            </a:r>
            <a:endParaRPr lang="en-US" sz="5400">
              <a:solidFill>
                <a:schemeClr val="accent2"/>
              </a:solidFill>
            </a:endParaRPr>
          </a:p>
        </p:txBody>
      </p:sp>
    </p:spTree>
    <p:extLst>
      <p:ext uri="{BB962C8B-B14F-4D97-AF65-F5344CB8AC3E}">
        <p14:creationId xmlns:p14="http://schemas.microsoft.com/office/powerpoint/2010/main" val="158010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AEBF0-214A-0C6D-6DD8-2AF7E281BF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FD9CCE-27D2-0C47-58E1-A8B1F29697BD}"/>
              </a:ext>
            </a:extLst>
          </p:cNvPr>
          <p:cNvSpPr>
            <a:spLocks noGrp="1"/>
          </p:cNvSpPr>
          <p:nvPr>
            <p:ph idx="1"/>
          </p:nvPr>
        </p:nvSpPr>
        <p:spPr/>
        <p:txBody>
          <a:bodyPr vert="horz" lIns="0" tIns="45720" rIns="0" bIns="45720" rtlCol="0" anchor="t">
            <a:normAutofit/>
          </a:bodyPr>
          <a:lstStyle/>
          <a:p>
            <a:pPr marL="457200" indent="-457200">
              <a:buFont typeface="Wingdings" panose="020F0502020204030204" pitchFamily="34" charset="0"/>
              <a:buChar char="q"/>
            </a:pPr>
            <a:r>
              <a:rPr lang="en-GB" sz="2400" cap="all">
                <a:solidFill>
                  <a:srgbClr val="404040"/>
                </a:solidFill>
                <a:ea typeface="+mn-lt"/>
                <a:cs typeface="+mn-lt"/>
              </a:rPr>
              <a:t>The user sets </a:t>
            </a:r>
            <a:r>
              <a:rPr lang="en-GB" sz="2400" b="1" cap="all">
                <a:solidFill>
                  <a:srgbClr val="404040"/>
                </a:solidFill>
                <a:ea typeface="+mn-lt"/>
                <a:cs typeface="+mn-lt"/>
              </a:rPr>
              <a:t>medicine schedule times</a:t>
            </a:r>
            <a:r>
              <a:rPr lang="en-GB" sz="2400" cap="all">
                <a:solidFill>
                  <a:srgbClr val="404040"/>
                </a:solidFill>
                <a:ea typeface="+mn-lt"/>
                <a:cs typeface="+mn-lt"/>
              </a:rPr>
              <a:t>.</a:t>
            </a:r>
            <a:endParaRPr lang="en-US" sz="2400">
              <a:ea typeface="+mn-lt"/>
              <a:cs typeface="+mn-lt"/>
            </a:endParaRPr>
          </a:p>
          <a:p>
            <a:pPr marL="457200" indent="-457200">
              <a:buFont typeface="Wingdings" panose="020F0502020204030204" pitchFamily="34" charset="0"/>
              <a:buChar char="q"/>
            </a:pPr>
            <a:r>
              <a:rPr lang="en-GB" sz="2400" cap="all">
                <a:solidFill>
                  <a:srgbClr val="404040"/>
                </a:solidFill>
                <a:ea typeface="+mn-lt"/>
                <a:cs typeface="+mn-lt"/>
              </a:rPr>
              <a:t>The program continuously checks the </a:t>
            </a:r>
            <a:r>
              <a:rPr lang="en-GB" sz="2400" b="1" cap="all">
                <a:solidFill>
                  <a:srgbClr val="404040"/>
                </a:solidFill>
                <a:ea typeface="+mn-lt"/>
                <a:cs typeface="+mn-lt"/>
              </a:rPr>
              <a:t>system clock</a:t>
            </a:r>
            <a:r>
              <a:rPr lang="en-GB" sz="2400" cap="all">
                <a:solidFill>
                  <a:srgbClr val="404040"/>
                </a:solidFill>
                <a:ea typeface="+mn-lt"/>
                <a:cs typeface="+mn-lt"/>
              </a:rPr>
              <a:t>.</a:t>
            </a:r>
            <a:endParaRPr lang="en-GB" sz="2400">
              <a:ea typeface="+mn-lt"/>
              <a:cs typeface="+mn-lt"/>
            </a:endParaRPr>
          </a:p>
          <a:p>
            <a:pPr marL="457200" indent="-457200">
              <a:buFont typeface="Wingdings" panose="020F0502020204030204" pitchFamily="34" charset="0"/>
              <a:buChar char="q"/>
            </a:pPr>
            <a:r>
              <a:rPr lang="en-GB" sz="2400" cap="all">
                <a:solidFill>
                  <a:srgbClr val="404040"/>
                </a:solidFill>
                <a:ea typeface="+mn-lt"/>
                <a:cs typeface="+mn-lt"/>
              </a:rPr>
              <a:t>When the </a:t>
            </a:r>
            <a:r>
              <a:rPr lang="en-GB" sz="2400" b="1" cap="all">
                <a:solidFill>
                  <a:srgbClr val="404040"/>
                </a:solidFill>
                <a:ea typeface="+mn-lt"/>
                <a:cs typeface="+mn-lt"/>
              </a:rPr>
              <a:t>scheduled time arrives</a:t>
            </a:r>
            <a:r>
              <a:rPr lang="en-GB" sz="2400" cap="all">
                <a:solidFill>
                  <a:srgbClr val="404040"/>
                </a:solidFill>
                <a:ea typeface="+mn-lt"/>
                <a:cs typeface="+mn-lt"/>
              </a:rPr>
              <a:t>:</a:t>
            </a:r>
            <a:endParaRPr lang="en-GB" sz="2400"/>
          </a:p>
          <a:p>
            <a:pPr marL="457200" indent="-457200">
              <a:buFont typeface="Wingdings" panose="020F0502020204030204" pitchFamily="34" charset="0"/>
              <a:buChar char="q"/>
            </a:pPr>
            <a:r>
              <a:rPr lang="en-GB" b="1" i="1" cap="all">
                <a:solidFill>
                  <a:srgbClr val="404040"/>
                </a:solidFill>
                <a:ea typeface="+mn-lt"/>
                <a:cs typeface="+mn-lt"/>
              </a:rPr>
              <a:t>A desktop notification appears</a:t>
            </a:r>
            <a:endParaRPr lang="en-GB" b="1" i="1"/>
          </a:p>
          <a:p>
            <a:pPr marL="457200" indent="-457200">
              <a:buFont typeface="Wingdings" panose="020F0502020204030204" pitchFamily="34" charset="0"/>
              <a:buChar char="q"/>
            </a:pPr>
            <a:r>
              <a:rPr lang="en-GB" b="1" i="1" cap="all">
                <a:solidFill>
                  <a:srgbClr val="404040"/>
                </a:solidFill>
                <a:ea typeface="+mn-lt"/>
                <a:cs typeface="+mn-lt"/>
              </a:rPr>
              <a:t>The user gets a reminder alert</a:t>
            </a:r>
            <a:endParaRPr lang="en-GB" i="1"/>
          </a:p>
          <a:p>
            <a:pPr marL="457200" indent="-457200">
              <a:buFont typeface="Wingdings" panose="020F0502020204030204" pitchFamily="34" charset="0"/>
              <a:buChar char="q"/>
            </a:pPr>
            <a:endParaRPr lang="en-GB" cap="all" dirty="0">
              <a:solidFill>
                <a:srgbClr val="404040"/>
              </a:solidFill>
              <a:ea typeface="+mn-lt"/>
              <a:cs typeface="+mn-lt"/>
            </a:endParaRPr>
          </a:p>
          <a:p>
            <a:pPr marL="457200" indent="-457200">
              <a:buFont typeface="Wingdings" panose="020F0502020204030204" pitchFamily="34" charset="0"/>
              <a:buChar char="q"/>
            </a:pPr>
            <a:endParaRPr lang="en-GB" cap="all" dirty="0">
              <a:solidFill>
                <a:srgbClr val="404040"/>
              </a:solidFill>
            </a:endParaRPr>
          </a:p>
          <a:p>
            <a:pPr marL="457200" indent="-457200">
              <a:buFont typeface="Wingdings" panose="020F0502020204030204" pitchFamily="34" charset="0"/>
              <a:buChar char="q"/>
            </a:pPr>
            <a:endParaRPr lang="en-GB" dirty="0"/>
          </a:p>
          <a:p>
            <a:pPr marL="457200" indent="-457200">
              <a:buFont typeface="Wingdings" panose="020F0502020204030204" pitchFamily="34" charset="0"/>
              <a:buChar char="q"/>
            </a:pPr>
            <a:endParaRPr lang="en-GB" dirty="0"/>
          </a:p>
        </p:txBody>
      </p:sp>
      <p:sp>
        <p:nvSpPr>
          <p:cNvPr id="3" name="Title 2">
            <a:extLst>
              <a:ext uri="{FF2B5EF4-FFF2-40B4-BE49-F238E27FC236}">
                <a16:creationId xmlns:a16="http://schemas.microsoft.com/office/drawing/2014/main" id="{114ADA57-491C-1633-B14A-1B16F6623E0F}"/>
              </a:ext>
            </a:extLst>
          </p:cNvPr>
          <p:cNvSpPr>
            <a:spLocks noGrp="1"/>
          </p:cNvSpPr>
          <p:nvPr>
            <p:ph type="title"/>
          </p:nvPr>
        </p:nvSpPr>
        <p:spPr>
          <a:solidFill>
            <a:schemeClr val="accent1"/>
          </a:solidFill>
        </p:spPr>
        <p:txBody>
          <a:bodyPr>
            <a:normAutofit/>
          </a:bodyPr>
          <a:lstStyle/>
          <a:p>
            <a:pPr algn="ctr"/>
            <a:r>
              <a:rPr lang="en-GB" sz="5400">
                <a:solidFill>
                  <a:schemeClr val="bg1">
                    <a:lumMod val="10000"/>
                  </a:schemeClr>
                </a:solidFill>
                <a:ea typeface="+mj-lt"/>
                <a:cs typeface="+mj-lt"/>
              </a:rPr>
              <a:t>How the Program Works</a:t>
            </a:r>
            <a:endParaRPr lang="en-US" sz="5400">
              <a:solidFill>
                <a:schemeClr val="bg1">
                  <a:lumMod val="10000"/>
                </a:schemeClr>
              </a:solidFill>
            </a:endParaRPr>
          </a:p>
        </p:txBody>
      </p:sp>
    </p:spTree>
    <p:extLst>
      <p:ext uri="{BB962C8B-B14F-4D97-AF65-F5344CB8AC3E}">
        <p14:creationId xmlns:p14="http://schemas.microsoft.com/office/powerpoint/2010/main" val="1814788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A8FEC-36D0-98A0-9122-197E69C52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7F758-3C73-C7CE-00D2-71910BCA3194}"/>
              </a:ext>
            </a:extLst>
          </p:cNvPr>
          <p:cNvSpPr>
            <a:spLocks noGrp="1"/>
          </p:cNvSpPr>
          <p:nvPr>
            <p:ph type="title"/>
          </p:nvPr>
        </p:nvSpPr>
        <p:spPr>
          <a:xfrm>
            <a:off x="5563613" y="1033462"/>
            <a:ext cx="5711810" cy="974026"/>
          </a:xfrm>
          <a:solidFill>
            <a:schemeClr val="tx1"/>
          </a:solidFill>
          <a:ln>
            <a:noFill/>
          </a:ln>
        </p:spPr>
        <p:txBody>
          <a:bodyPr>
            <a:noAutofit/>
          </a:bodyPr>
          <a:lstStyle/>
          <a:p>
            <a:pPr algn="ctr"/>
            <a:r>
              <a:rPr lang="en-GB" sz="5400">
                <a:solidFill>
                  <a:schemeClr val="bg1"/>
                </a:solidFill>
                <a:ea typeface="+mj-lt"/>
                <a:cs typeface="+mj-lt"/>
              </a:rPr>
              <a:t>Conclusion</a:t>
            </a:r>
            <a:endParaRPr lang="en-US" sz="5400">
              <a:solidFill>
                <a:schemeClr val="bg1"/>
              </a:solidFill>
            </a:endParaRPr>
          </a:p>
        </p:txBody>
      </p:sp>
      <p:sp>
        <p:nvSpPr>
          <p:cNvPr id="3" name="Content Placeholder 2">
            <a:extLst>
              <a:ext uri="{FF2B5EF4-FFF2-40B4-BE49-F238E27FC236}">
                <a16:creationId xmlns:a16="http://schemas.microsoft.com/office/drawing/2014/main" id="{DE8D8FD0-9033-1095-82BF-A01D2702AD85}"/>
              </a:ext>
            </a:extLst>
          </p:cNvPr>
          <p:cNvSpPr>
            <a:spLocks noGrp="1"/>
          </p:cNvSpPr>
          <p:nvPr>
            <p:ph sz="half" idx="2"/>
          </p:nvPr>
        </p:nvSpPr>
        <p:spPr/>
        <p:txBody>
          <a:bodyPr vert="horz" lIns="0" tIns="45720" rIns="0" bIns="45720" rtlCol="0" anchor="t">
            <a:normAutofit/>
          </a:bodyPr>
          <a:lstStyle/>
          <a:p>
            <a:pPr marL="0" indent="0">
              <a:buNone/>
            </a:pPr>
            <a:r>
              <a:rPr lang="en-GB" sz="3200" i="1">
                <a:ea typeface="+mn-lt"/>
                <a:cs typeface="+mn-lt"/>
              </a:rPr>
              <a:t>This program improves </a:t>
            </a:r>
            <a:r>
              <a:rPr lang="en-GB" sz="3200" b="1" i="1">
                <a:ea typeface="+mn-lt"/>
                <a:cs typeface="+mn-lt"/>
              </a:rPr>
              <a:t>medicine adherence</a:t>
            </a:r>
            <a:r>
              <a:rPr lang="en-GB" sz="3200" i="1" dirty="0">
                <a:ea typeface="+mn-lt"/>
                <a:cs typeface="+mn-lt"/>
              </a:rPr>
              <a:t> </a:t>
            </a:r>
            <a:r>
              <a:rPr lang="en-GB" sz="3200" i="1">
                <a:ea typeface="+mn-lt"/>
                <a:cs typeface="+mn-lt"/>
              </a:rPr>
              <a:t>and supports </a:t>
            </a:r>
            <a:r>
              <a:rPr lang="en-GB" sz="3200" b="1" i="1">
                <a:ea typeface="+mn-lt"/>
                <a:cs typeface="+mn-lt"/>
              </a:rPr>
              <a:t>better treatment outcomes</a:t>
            </a:r>
            <a:r>
              <a:rPr lang="en-GB" sz="3200" i="1">
                <a:ea typeface="+mn-lt"/>
                <a:cs typeface="+mn-lt"/>
              </a:rPr>
              <a:t>.</a:t>
            </a:r>
            <a:endParaRPr lang="en-US" sz="3200" i="1">
              <a:ea typeface="+mn-lt"/>
              <a:cs typeface="+mn-lt"/>
            </a:endParaRPr>
          </a:p>
          <a:p>
            <a:pPr marL="0" indent="0">
              <a:buNone/>
            </a:pPr>
            <a:endParaRPr lang="en-GB" sz="3600" dirty="0"/>
          </a:p>
        </p:txBody>
      </p:sp>
      <p:sp>
        <p:nvSpPr>
          <p:cNvPr id="4" name="Content Placeholder 3">
            <a:extLst>
              <a:ext uri="{FF2B5EF4-FFF2-40B4-BE49-F238E27FC236}">
                <a16:creationId xmlns:a16="http://schemas.microsoft.com/office/drawing/2014/main" id="{E53EB920-37A5-D0B8-ABE5-F5EA7D3C28CE}"/>
              </a:ext>
            </a:extLst>
          </p:cNvPr>
          <p:cNvSpPr>
            <a:spLocks noGrp="1"/>
          </p:cNvSpPr>
          <p:nvPr>
            <p:ph sz="half" idx="14"/>
          </p:nvPr>
        </p:nvSpPr>
        <p:spPr>
          <a:xfrm>
            <a:off x="752127" y="630936"/>
            <a:ext cx="4485717" cy="5586984"/>
          </a:xfrm>
          <a:noFill/>
        </p:spPr>
        <p:txBody>
          <a:bodyPr vert="horz" lIns="0" tIns="45720" rIns="0" bIns="45720" rtlCol="0" anchor="t">
            <a:normAutofit/>
          </a:bodyPr>
          <a:lstStyle/>
          <a:p>
            <a:pPr marL="0" indent="0" algn="ctr">
              <a:buNone/>
            </a:pPr>
            <a:endParaRPr lang="en-GB" sz="2400" b="1" dirty="0">
              <a:ea typeface="+mn-lt"/>
              <a:cs typeface="+mn-lt"/>
            </a:endParaRPr>
          </a:p>
          <a:p>
            <a:pPr marL="0" indent="0" algn="ctr">
              <a:buNone/>
            </a:pPr>
            <a:r>
              <a:rPr lang="en-GB" sz="4400" b="1">
                <a:ea typeface="+mn-lt"/>
                <a:cs typeface="+mn-lt"/>
              </a:rPr>
              <a:t>Drawbacks</a:t>
            </a:r>
            <a:endParaRPr lang="en-GB" sz="4400"/>
          </a:p>
          <a:p>
            <a:pPr marL="0" indent="0" algn="ctr">
              <a:buNone/>
            </a:pPr>
            <a:endParaRPr lang="en-GB" sz="700" b="1" dirty="0">
              <a:ea typeface="+mn-lt"/>
              <a:cs typeface="+mn-lt"/>
            </a:endParaRPr>
          </a:p>
          <a:p>
            <a:pPr marL="285750" indent="-285750">
              <a:buFont typeface="Arial"/>
              <a:buChar char="•"/>
            </a:pPr>
            <a:r>
              <a:rPr lang="en-GB" sz="2400">
                <a:ea typeface="+mn-lt"/>
                <a:cs typeface="+mn-lt"/>
              </a:rPr>
              <a:t>Requires the </a:t>
            </a:r>
            <a:r>
              <a:rPr lang="en-GB" sz="2400" b="1">
                <a:ea typeface="+mn-lt"/>
                <a:cs typeface="+mn-lt"/>
              </a:rPr>
              <a:t>computer to stay ON</a:t>
            </a:r>
            <a:r>
              <a:rPr lang="en-GB" sz="2400">
                <a:ea typeface="+mn-lt"/>
                <a:cs typeface="+mn-lt"/>
              </a:rPr>
              <a:t>.</a:t>
            </a:r>
            <a:endParaRPr lang="en-GB">
              <a:ea typeface="+mn-lt"/>
              <a:cs typeface="+mn-lt"/>
            </a:endParaRPr>
          </a:p>
          <a:p>
            <a:pPr marL="285750" indent="-285750">
              <a:buFont typeface="Arial"/>
              <a:buChar char="•"/>
            </a:pPr>
            <a:r>
              <a:rPr lang="en-GB" sz="2400">
                <a:ea typeface="+mn-lt"/>
                <a:cs typeface="+mn-lt"/>
              </a:rPr>
              <a:t>Notifications may be </a:t>
            </a:r>
            <a:r>
              <a:rPr lang="en-GB" sz="2400" b="1">
                <a:ea typeface="+mn-lt"/>
                <a:cs typeface="+mn-lt"/>
              </a:rPr>
              <a:t>missed</a:t>
            </a:r>
            <a:r>
              <a:rPr lang="en-GB" sz="2400" dirty="0">
                <a:ea typeface="+mn-lt"/>
                <a:cs typeface="+mn-lt"/>
              </a:rPr>
              <a:t> </a:t>
            </a:r>
            <a:r>
              <a:rPr lang="en-GB" sz="2400">
                <a:ea typeface="+mn-lt"/>
                <a:cs typeface="+mn-lt"/>
              </a:rPr>
              <a:t>if the user is away.</a:t>
            </a:r>
            <a:endParaRPr lang="en-GB">
              <a:ea typeface="+mn-lt"/>
              <a:cs typeface="+mn-lt"/>
            </a:endParaRPr>
          </a:p>
          <a:p>
            <a:pPr marL="285750" indent="-285750">
              <a:buFont typeface="Arial"/>
              <a:buChar char="•"/>
            </a:pPr>
            <a:r>
              <a:rPr lang="en-GB" sz="2400">
                <a:ea typeface="+mn-lt"/>
                <a:cs typeface="+mn-lt"/>
              </a:rPr>
              <a:t>Needs </a:t>
            </a:r>
            <a:r>
              <a:rPr lang="en-GB" sz="2400" b="1">
                <a:ea typeface="+mn-lt"/>
                <a:cs typeface="+mn-lt"/>
              </a:rPr>
              <a:t>correct system time</a:t>
            </a:r>
            <a:r>
              <a:rPr lang="en-GB" sz="2400">
                <a:ea typeface="+mn-lt"/>
                <a:cs typeface="+mn-lt"/>
              </a:rPr>
              <a:t>.</a:t>
            </a:r>
            <a:endParaRPr lang="en-GB">
              <a:ea typeface="+mn-lt"/>
              <a:cs typeface="+mn-lt"/>
            </a:endParaRPr>
          </a:p>
          <a:p>
            <a:pPr marL="285750" indent="-285750">
              <a:buFont typeface="Arial"/>
              <a:buChar char="•"/>
            </a:pPr>
            <a:endParaRPr lang="en-GB" sz="2400" dirty="0"/>
          </a:p>
          <a:p>
            <a:pPr marL="285750" indent="-285750">
              <a:buFont typeface="Arial"/>
              <a:buChar char="•"/>
            </a:pPr>
            <a:endParaRPr lang="en-GB" sz="2800" dirty="0"/>
          </a:p>
        </p:txBody>
      </p:sp>
    </p:spTree>
    <p:extLst>
      <p:ext uri="{BB962C8B-B14F-4D97-AF65-F5344CB8AC3E}">
        <p14:creationId xmlns:p14="http://schemas.microsoft.com/office/powerpoint/2010/main" val="3890614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E068BDF-65EB-54DD-3410-8EEEB2D97688}"/>
              </a:ext>
            </a:extLst>
          </p:cNvPr>
          <p:cNvSpPr>
            <a:spLocks noGrp="1"/>
          </p:cNvSpPr>
          <p:nvPr>
            <p:ph type="pic" sz="quarter" idx="13"/>
          </p:nvPr>
        </p:nvSpPr>
        <p:spPr/>
      </p:sp>
      <p:sp>
        <p:nvSpPr>
          <p:cNvPr id="3" name="Picture Placeholder 2">
            <a:extLst>
              <a:ext uri="{FF2B5EF4-FFF2-40B4-BE49-F238E27FC236}">
                <a16:creationId xmlns:a16="http://schemas.microsoft.com/office/drawing/2014/main" id="{EE1F0C69-710A-6FC9-406F-027A78587D0A}"/>
              </a:ext>
            </a:extLst>
          </p:cNvPr>
          <p:cNvSpPr>
            <a:spLocks noGrp="1"/>
          </p:cNvSpPr>
          <p:nvPr>
            <p:ph type="pic" sz="quarter" idx="14"/>
          </p:nvPr>
        </p:nvSpPr>
        <p:spPr/>
      </p:sp>
      <p:sp>
        <p:nvSpPr>
          <p:cNvPr id="4" name="Picture Placeholder 3">
            <a:extLst>
              <a:ext uri="{FF2B5EF4-FFF2-40B4-BE49-F238E27FC236}">
                <a16:creationId xmlns:a16="http://schemas.microsoft.com/office/drawing/2014/main" id="{200322ED-2E86-5406-C8CA-D5583D1DC6BC}"/>
              </a:ext>
            </a:extLst>
          </p:cNvPr>
          <p:cNvSpPr>
            <a:spLocks noGrp="1"/>
          </p:cNvSpPr>
          <p:nvPr>
            <p:ph type="pic" sz="quarter" idx="15"/>
          </p:nvPr>
        </p:nvSpPr>
        <p:spPr/>
      </p:sp>
      <p:sp>
        <p:nvSpPr>
          <p:cNvPr id="5" name="Text Placeholder 4">
            <a:extLst>
              <a:ext uri="{FF2B5EF4-FFF2-40B4-BE49-F238E27FC236}">
                <a16:creationId xmlns:a16="http://schemas.microsoft.com/office/drawing/2014/main" id="{BBD717BD-E682-9D12-9EE6-DDE23341C01E}"/>
              </a:ext>
            </a:extLst>
          </p:cNvPr>
          <p:cNvSpPr>
            <a:spLocks noGrp="1"/>
          </p:cNvSpPr>
          <p:nvPr>
            <p:ph type="body" sz="half" idx="2"/>
          </p:nvPr>
        </p:nvSpPr>
        <p:spPr/>
        <p:txBody>
          <a:bodyPr>
            <a:noAutofit/>
          </a:bodyPr>
          <a:lstStyle/>
          <a:p>
            <a:r>
              <a:rPr lang="en-GB" b="1">
                <a:ea typeface="+mn-lt"/>
                <a:cs typeface="+mn-lt"/>
              </a:rPr>
              <a:t>Heart Rate Zone Calculator</a:t>
            </a:r>
            <a:endParaRPr lang="en-US" b="1"/>
          </a:p>
        </p:txBody>
      </p:sp>
      <p:sp>
        <p:nvSpPr>
          <p:cNvPr id="6" name="Text Placeholder 5">
            <a:extLst>
              <a:ext uri="{FF2B5EF4-FFF2-40B4-BE49-F238E27FC236}">
                <a16:creationId xmlns:a16="http://schemas.microsoft.com/office/drawing/2014/main" id="{30BF6F83-EC22-2DFC-2F6F-8AB7BF96C4BC}"/>
              </a:ext>
            </a:extLst>
          </p:cNvPr>
          <p:cNvSpPr>
            <a:spLocks noGrp="1"/>
          </p:cNvSpPr>
          <p:nvPr>
            <p:ph type="body" sz="half" idx="16"/>
          </p:nvPr>
        </p:nvSpPr>
        <p:spPr/>
        <p:txBody>
          <a:bodyPr>
            <a:noAutofit/>
          </a:bodyPr>
          <a:lstStyle/>
          <a:p>
            <a:r>
              <a:rPr lang="en-GB" b="1">
                <a:ea typeface="+mn-lt"/>
                <a:cs typeface="+mn-lt"/>
              </a:rPr>
              <a:t>Medical Appointment Scheduler</a:t>
            </a:r>
            <a:endParaRPr lang="en-US" b="1"/>
          </a:p>
        </p:txBody>
      </p:sp>
      <p:sp>
        <p:nvSpPr>
          <p:cNvPr id="7" name="Text Placeholder 6">
            <a:extLst>
              <a:ext uri="{FF2B5EF4-FFF2-40B4-BE49-F238E27FC236}">
                <a16:creationId xmlns:a16="http://schemas.microsoft.com/office/drawing/2014/main" id="{6D446934-BEDB-A54D-1589-D0280F181D8E}"/>
              </a:ext>
            </a:extLst>
          </p:cNvPr>
          <p:cNvSpPr>
            <a:spLocks noGrp="1"/>
          </p:cNvSpPr>
          <p:nvPr>
            <p:ph type="body" sz="half" idx="17"/>
          </p:nvPr>
        </p:nvSpPr>
        <p:spPr/>
        <p:txBody>
          <a:bodyPr>
            <a:noAutofit/>
          </a:bodyPr>
          <a:lstStyle/>
          <a:p>
            <a:r>
              <a:rPr lang="en-GB" sz="2000" b="1">
                <a:ea typeface="+mn-lt"/>
                <a:cs typeface="+mn-lt"/>
              </a:rPr>
              <a:t>Pill Reminder System</a:t>
            </a:r>
            <a:endParaRPr lang="en-US" sz="2000" b="1"/>
          </a:p>
        </p:txBody>
      </p:sp>
      <p:sp>
        <p:nvSpPr>
          <p:cNvPr id="8" name="Title 7">
            <a:extLst>
              <a:ext uri="{FF2B5EF4-FFF2-40B4-BE49-F238E27FC236}">
                <a16:creationId xmlns:a16="http://schemas.microsoft.com/office/drawing/2014/main" id="{EF6052FB-8BD5-1081-81A4-F61657CBBC25}"/>
              </a:ext>
            </a:extLst>
          </p:cNvPr>
          <p:cNvSpPr>
            <a:spLocks noGrp="1"/>
          </p:cNvSpPr>
          <p:nvPr>
            <p:ph type="title"/>
          </p:nvPr>
        </p:nvSpPr>
        <p:spPr/>
        <p:txBody>
          <a:bodyPr>
            <a:noAutofit/>
          </a:bodyPr>
          <a:lstStyle/>
          <a:p>
            <a:pPr algn="ctr"/>
            <a:r>
              <a:rPr lang="en-GB" sz="5400" b="1">
                <a:solidFill>
                  <a:schemeClr val="bg1">
                    <a:lumMod val="10000"/>
                  </a:schemeClr>
                </a:solidFill>
              </a:rPr>
              <a:t>Project screenshots</a:t>
            </a:r>
            <a:endParaRPr lang="en-US" sz="4400">
              <a:solidFill>
                <a:schemeClr val="bg1">
                  <a:lumMod val="10000"/>
                </a:schemeClr>
              </a:solidFill>
            </a:endParaRPr>
          </a:p>
        </p:txBody>
      </p:sp>
    </p:spTree>
    <p:extLst>
      <p:ext uri="{BB962C8B-B14F-4D97-AF65-F5344CB8AC3E}">
        <p14:creationId xmlns:p14="http://schemas.microsoft.com/office/powerpoint/2010/main" val="1336344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635F8-CEF1-1915-3497-AD76BE0C9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2E53D-79DD-9C45-279D-3DDCBEC8DE59}"/>
              </a:ext>
            </a:extLst>
          </p:cNvPr>
          <p:cNvSpPr>
            <a:spLocks noGrp="1"/>
          </p:cNvSpPr>
          <p:nvPr>
            <p:ph type="ctrTitle"/>
          </p:nvPr>
        </p:nvSpPr>
        <p:spPr>
          <a:xfrm>
            <a:off x="1097280" y="758952"/>
            <a:ext cx="10058400" cy="5166360"/>
          </a:xfrm>
        </p:spPr>
        <p:txBody>
          <a:bodyPr vert="horz" lIns="91440" tIns="45720" rIns="91440" bIns="45720" rtlCol="0" anchor="ctr">
            <a:normAutofit/>
          </a:bodyPr>
          <a:lstStyle/>
          <a:p>
            <a:pPr algn="ctr"/>
            <a:r>
              <a:rPr lang="en-GB" sz="4800" b="1">
                <a:ea typeface="+mj-lt"/>
                <a:cs typeface="+mj-lt"/>
              </a:rPr>
              <a:t>Overall Impact</a:t>
            </a:r>
            <a:br>
              <a:rPr lang="en-GB" sz="4800" b="1" dirty="0">
                <a:ea typeface="+mj-lt"/>
                <a:cs typeface="+mj-lt"/>
              </a:rPr>
            </a:br>
            <a:endParaRPr lang="en-US" sz="3600"/>
          </a:p>
          <a:p>
            <a:r>
              <a:rPr lang="en-GB" sz="2400" b="1" cap="none">
                <a:ea typeface="+mj-lt"/>
                <a:cs typeface="+mj-lt"/>
              </a:rPr>
              <a:t>Technology</a:t>
            </a:r>
            <a:r>
              <a:rPr lang="en-GB" sz="2400" cap="none">
                <a:ea typeface="+mj-lt"/>
                <a:cs typeface="+mj-lt"/>
              </a:rPr>
              <a:t> can significantly improve </a:t>
            </a:r>
            <a:r>
              <a:rPr lang="en-GB" sz="2400" b="1" cap="none">
                <a:ea typeface="+mj-lt"/>
                <a:cs typeface="+mj-lt"/>
              </a:rPr>
              <a:t>health and well-being</a:t>
            </a:r>
            <a:r>
              <a:rPr lang="en-GB" sz="2400" cap="none">
                <a:ea typeface="+mj-lt"/>
                <a:cs typeface="+mj-lt"/>
              </a:rPr>
              <a:t>.</a:t>
            </a:r>
            <a:endParaRPr lang="en-GB" sz="2400"/>
          </a:p>
          <a:p>
            <a:r>
              <a:rPr lang="en-GB" sz="2400" cap="none">
                <a:ea typeface="+mj-lt"/>
                <a:cs typeface="+mj-lt"/>
              </a:rPr>
              <a:t>These projects show how programming can help with:</a:t>
            </a:r>
            <a:br>
              <a:rPr lang="en-GB" sz="2400" cap="none" dirty="0">
                <a:ea typeface="+mj-lt"/>
                <a:cs typeface="+mj-lt"/>
              </a:rPr>
            </a:br>
            <a:endParaRPr lang="en-GB" sz="2400">
              <a:ea typeface="+mj-lt"/>
              <a:cs typeface="+mj-lt"/>
            </a:endParaRPr>
          </a:p>
          <a:p>
            <a:pPr marL="285750" indent="-285750">
              <a:buFont typeface="Arial"/>
              <a:buChar char="•"/>
            </a:pPr>
            <a:r>
              <a:rPr lang="en-GB" sz="2000" i="1" cap="none">
                <a:ea typeface="+mj-lt"/>
                <a:cs typeface="+mj-lt"/>
              </a:rPr>
              <a:t>Safe exercise monitoring</a:t>
            </a:r>
            <a:endParaRPr lang="en-GB" sz="2000" i="1"/>
          </a:p>
          <a:p>
            <a:pPr marL="285750" indent="-285750">
              <a:buFont typeface="Arial"/>
              <a:buChar char="•"/>
            </a:pPr>
            <a:r>
              <a:rPr lang="en-GB" sz="2000" i="1" cap="none">
                <a:ea typeface="+mj-lt"/>
                <a:cs typeface="+mj-lt"/>
              </a:rPr>
              <a:t>Efficient hospital management</a:t>
            </a:r>
            <a:endParaRPr lang="en-GB" sz="2000" i="1"/>
          </a:p>
          <a:p>
            <a:pPr marL="285750" indent="-285750">
              <a:buFont typeface="Arial"/>
              <a:buChar char="•"/>
            </a:pPr>
            <a:r>
              <a:rPr lang="en-GB" sz="2000" i="1" cap="none">
                <a:ea typeface="+mj-lt"/>
                <a:cs typeface="+mj-lt"/>
              </a:rPr>
              <a:t>Medication reminders</a:t>
            </a:r>
            <a:br>
              <a:rPr lang="en-GB" sz="2000" i="1" cap="none" dirty="0">
                <a:ea typeface="+mj-lt"/>
                <a:cs typeface="+mj-lt"/>
              </a:rPr>
            </a:br>
            <a:endParaRPr lang="en-GB" sz="2000"/>
          </a:p>
          <a:p>
            <a:r>
              <a:rPr lang="en-GB" sz="2800" b="1" cap="none">
                <a:ea typeface="+mj-lt"/>
                <a:cs typeface="+mj-lt"/>
              </a:rPr>
              <a:t>Key Message</a:t>
            </a:r>
            <a:br>
              <a:rPr lang="en-GB" sz="2400" b="1" cap="none" dirty="0">
                <a:ea typeface="+mj-lt"/>
                <a:cs typeface="+mj-lt"/>
              </a:rPr>
            </a:br>
            <a:endParaRPr lang="en-GB" sz="900" i="1" cap="none"/>
          </a:p>
          <a:p>
            <a:r>
              <a:rPr lang="en-GB" sz="2000" cap="none">
                <a:ea typeface="+mj-lt"/>
                <a:cs typeface="+mj-lt"/>
              </a:rPr>
              <a:t>Simple health programs can make </a:t>
            </a:r>
            <a:r>
              <a:rPr lang="en-GB" sz="2000" b="1" cap="none">
                <a:ea typeface="+mj-lt"/>
                <a:cs typeface="+mj-lt"/>
              </a:rPr>
              <a:t>exercise, medical care, and medication management easier and safer</a:t>
            </a:r>
            <a:r>
              <a:rPr lang="en-GB" sz="2000" cap="none">
                <a:ea typeface="+mj-lt"/>
                <a:cs typeface="+mj-lt"/>
              </a:rPr>
              <a:t>.</a:t>
            </a:r>
            <a:endParaRPr lang="en-GB">
              <a:ea typeface="+mj-lt"/>
              <a:cs typeface="+mj-lt"/>
            </a:endParaRPr>
          </a:p>
        </p:txBody>
      </p:sp>
    </p:spTree>
    <p:extLst>
      <p:ext uri="{BB962C8B-B14F-4D97-AF65-F5344CB8AC3E}">
        <p14:creationId xmlns:p14="http://schemas.microsoft.com/office/powerpoint/2010/main" val="1744095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AE8DA-FB6B-2296-8F8A-B3F56642D0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492A1D-E226-7C30-BE10-3CF4009EBC2C}"/>
              </a:ext>
            </a:extLst>
          </p:cNvPr>
          <p:cNvSpPr>
            <a:spLocks noGrp="1"/>
          </p:cNvSpPr>
          <p:nvPr>
            <p:ph type="ctrTitle"/>
          </p:nvPr>
        </p:nvSpPr>
        <p:spPr>
          <a:xfrm>
            <a:off x="1097280" y="758952"/>
            <a:ext cx="5489776" cy="3430089"/>
          </a:xfrm>
        </p:spPr>
        <p:txBody>
          <a:bodyPr vert="horz" lIns="91440" tIns="45720" rIns="91440" bIns="45720" rtlCol="0" anchor="ctr">
            <a:normAutofit/>
          </a:bodyPr>
          <a:lstStyle/>
          <a:p>
            <a:pPr algn="ctr"/>
            <a:r>
              <a:rPr lang="en-US" sz="9600">
                <a:ea typeface="+mj-lt"/>
                <a:cs typeface="+mj-lt"/>
              </a:rPr>
              <a:t>Queries</a:t>
            </a:r>
            <a:endParaRPr lang="en-US" sz="9600"/>
          </a:p>
        </p:txBody>
      </p:sp>
      <p:sp>
        <p:nvSpPr>
          <p:cNvPr id="5" name="Subtitle 4">
            <a:extLst>
              <a:ext uri="{FF2B5EF4-FFF2-40B4-BE49-F238E27FC236}">
                <a16:creationId xmlns:a16="http://schemas.microsoft.com/office/drawing/2014/main" id="{34558F8E-3C7E-3CFD-3031-DDD8D4F9E346}"/>
              </a:ext>
            </a:extLst>
          </p:cNvPr>
          <p:cNvSpPr>
            <a:spLocks noGrp="1"/>
          </p:cNvSpPr>
          <p:nvPr>
            <p:ph type="subTitle" idx="1"/>
          </p:nvPr>
        </p:nvSpPr>
        <p:spPr>
          <a:xfrm>
            <a:off x="1100051" y="4389338"/>
            <a:ext cx="5480957" cy="1398814"/>
          </a:xfrm>
        </p:spPr>
        <p:txBody>
          <a:bodyPr vert="horz" lIns="91440" tIns="45720" rIns="91440" bIns="45720" rtlCol="0" anchor="ctr">
            <a:normAutofit/>
          </a:bodyPr>
          <a:lstStyle/>
          <a:p>
            <a:pPr algn="ctr"/>
            <a:r>
              <a:rPr lang="en-US" sz="1800" b="1">
                <a:solidFill>
                  <a:schemeClr val="bg1">
                    <a:lumMod val="10000"/>
                  </a:schemeClr>
                </a:solidFill>
                <a:ea typeface="+mn-lt"/>
                <a:cs typeface="+mn-lt"/>
              </a:rPr>
              <a:t>Any Questions?</a:t>
            </a:r>
            <a:endParaRPr lang="en-US" sz="1800">
              <a:solidFill>
                <a:schemeClr val="bg1">
                  <a:lumMod val="10000"/>
                </a:schemeClr>
              </a:solidFill>
            </a:endParaRPr>
          </a:p>
          <a:p>
            <a:pPr marL="285750" algn="ctr">
              <a:spcBef>
                <a:spcPts val="500"/>
              </a:spcBef>
              <a:spcAft>
                <a:spcPts val="0"/>
              </a:spcAft>
              <a:buFont typeface="Arial"/>
              <a:buChar char="•"/>
            </a:pPr>
            <a:r>
              <a:rPr lang="en-US" sz="1400" cap="none">
                <a:solidFill>
                  <a:schemeClr val="bg1">
                    <a:lumMod val="10000"/>
                  </a:schemeClr>
                </a:solidFill>
                <a:ea typeface="+mn-lt"/>
                <a:cs typeface="+mn-lt"/>
              </a:rPr>
              <a:t>Thank you for your attention.</a:t>
            </a:r>
          </a:p>
          <a:p>
            <a:pPr marL="285750" algn="ctr">
              <a:spcBef>
                <a:spcPts val="500"/>
              </a:spcBef>
              <a:spcAft>
                <a:spcPts val="0"/>
              </a:spcAft>
            </a:pPr>
            <a:r>
              <a:rPr lang="en-US" sz="1400" cap="none">
                <a:solidFill>
                  <a:schemeClr val="bg1">
                    <a:lumMod val="10000"/>
                  </a:schemeClr>
                </a:solidFill>
                <a:ea typeface="+mn-lt"/>
                <a:cs typeface="+mn-lt"/>
              </a:rPr>
              <a:t>We would be happy to answer any questions.</a:t>
            </a:r>
          </a:p>
        </p:txBody>
      </p:sp>
      <p:pic>
        <p:nvPicPr>
          <p:cNvPr id="2" name="Picture 1" descr="A question mark with icons&#10;&#10;AI-generated content may be incorrect.">
            <a:extLst>
              <a:ext uri="{FF2B5EF4-FFF2-40B4-BE49-F238E27FC236}">
                <a16:creationId xmlns:a16="http://schemas.microsoft.com/office/drawing/2014/main" id="{B90CDC5D-1DD8-4F79-DF06-B46EC8AC6520}"/>
              </a:ext>
            </a:extLst>
          </p:cNvPr>
          <p:cNvPicPr>
            <a:picLocks noChangeAspect="1"/>
          </p:cNvPicPr>
          <p:nvPr/>
        </p:nvPicPr>
        <p:blipFill>
          <a:blip r:embed="rId2"/>
          <a:srcRect l="14029" r="14241" b="18002"/>
          <a:stretch>
            <a:fillRect/>
          </a:stretch>
        </p:blipFill>
        <p:spPr>
          <a:xfrm>
            <a:off x="7003594" y="615988"/>
            <a:ext cx="4555732" cy="5635251"/>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1813124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Content Placeholder 3" descr="A black and gold text&#10;&#10;AI-generated content may be incorrect.">
            <a:extLst>
              <a:ext uri="{FF2B5EF4-FFF2-40B4-BE49-F238E27FC236}">
                <a16:creationId xmlns:a16="http://schemas.microsoft.com/office/drawing/2014/main" id="{4D329B79-C19A-8C13-B695-839372FEA38C}"/>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1662479" y="477728"/>
            <a:ext cx="8862222" cy="5908147"/>
          </a:xfrm>
          <a:prstGeom prst="rect">
            <a:avLst/>
          </a:prstGeom>
          <a:noFill/>
        </p:spPr>
      </p:pic>
    </p:spTree>
    <p:extLst>
      <p:ext uri="{BB962C8B-B14F-4D97-AF65-F5344CB8AC3E}">
        <p14:creationId xmlns:p14="http://schemas.microsoft.com/office/powerpoint/2010/main" val="1335550632"/>
      </p:ext>
    </p:extLst>
  </p:cSld>
  <p:clrMapOvr>
    <a:masterClrMapping/>
  </p:clrMapOvr>
</p:sld>
</file>

<file path=ppt/theme/theme1.xml><?xml version="1.0" encoding="utf-8"?>
<a:theme xmlns:a="http://schemas.openxmlformats.org/drawingml/2006/main" name="RetrospectVTI">
  <a:themeElements>
    <a:clrScheme name="MONO">
      <a:dk1>
        <a:srgbClr val="000000"/>
      </a:dk1>
      <a:lt1>
        <a:srgbClr val="ECEEF7"/>
      </a:lt1>
      <a:dk2>
        <a:srgbClr val="000000"/>
      </a:dk2>
      <a:lt2>
        <a:srgbClr val="F5F8FF"/>
      </a:lt2>
      <a:accent1>
        <a:srgbClr val="ECEEF7"/>
      </a:accent1>
      <a:accent2>
        <a:srgbClr val="F5F8FF"/>
      </a:accent2>
      <a:accent3>
        <a:srgbClr val="A1A2A9"/>
      </a:accent3>
      <a:accent4>
        <a:srgbClr val="141514"/>
      </a:accent4>
      <a:accent5>
        <a:srgbClr val="000000"/>
      </a:accent5>
      <a:accent6>
        <a:srgbClr val="96969C"/>
      </a:accent6>
      <a:hlink>
        <a:srgbClr val="5F6063"/>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Sales Pitch" id="{BA0280BF-E6B4-464B-BF28-F0D2A23065D1}" vid="{A1F0DEB3-06CD-4A85-8D08-B66BE056CE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96C458A-6CC1-4FEE-AC7F-D0ABFD0DD393}">
  <we:reference id="wa104178141" version="4.3.3.0" store="en-US"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DFD056C4-A927-4BAC-8BD5-4F73ED8EFD72}">
  <ds:schemaRefs>
    <ds:schemaRef ds:uri="http://schemas.microsoft.com/sharepoint/v3/contenttype/forms"/>
  </ds:schemaRefs>
</ds:datastoreItem>
</file>

<file path=customXml/itemProps2.xml><?xml version="1.0" encoding="utf-8"?>
<ds:datastoreItem xmlns:ds="http://schemas.openxmlformats.org/officeDocument/2006/customXml" ds:itemID="{BFB4A24C-CCE9-4740-BAFA-219F1C86C7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FDE7DE8-0743-4BE4-AE4C-DC7F07012C0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Copy version (1)</Template>
  <TotalTime>0</TotalTime>
  <Words>273</Words>
  <Application>Microsoft Office PowerPoint</Application>
  <PresentationFormat>Widescreen</PresentationFormat>
  <Paragraphs>31</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RetrospectVTI</vt:lpstr>
      <vt:lpstr>Goal:  Good Health and Well-being</vt:lpstr>
      <vt:lpstr>Why Good Health and Well-being is Important  Good health helps people live longer and happier lives.  Preventing diseases is easier than treating them.  Technology can help people manage their health better.  Health monitoring systems improve exercise safety and treatment management.  These systems support doctors and patients in managing medical care. </vt:lpstr>
      <vt:lpstr>Overview  Many people face health management problems, such as:    Exercising without knowing safe heart rate limits Long waiting times in hospitals Forgetting to take medicines on time  Our projects provide simple digital solutions to these problems using programming concepts.</vt:lpstr>
      <vt:lpstr>Three Projects Supporting Good Health and Well-being  Heart Rate Zone Calculator     Helps people exercise within a safe heart rate range.  Medical Appointment Scheduler     Uses queue data structures to manage patient flow.  Pill Reminder System     Sends notifications to remind users to take medicine on time. </vt:lpstr>
      <vt:lpstr>Heart Rate Zone Calculator</vt:lpstr>
      <vt:lpstr>How the Program Works</vt:lpstr>
      <vt:lpstr>Conclusion</vt:lpstr>
      <vt:lpstr>Medical Appointment Scheduler</vt:lpstr>
      <vt:lpstr>How the Program Works</vt:lpstr>
      <vt:lpstr>Conclusion</vt:lpstr>
      <vt:lpstr>Pill Reminder System</vt:lpstr>
      <vt:lpstr>How the Program Works</vt:lpstr>
      <vt:lpstr>Conclusion</vt:lpstr>
      <vt:lpstr>Project screenshots</vt:lpstr>
      <vt:lpstr>Overall Impact  Technology can significantly improve health and well-being. These projects show how programming can help with:  Safe exercise monitoring Efficient hospital management Medication reminders  Key Message  Simple health programs can make exercise, medical care, and medication management easier and safer.</vt:lpstr>
      <vt:lpstr>Queries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719</cp:revision>
  <dcterms:created xsi:type="dcterms:W3CDTF">2026-03-10T18:26:46Z</dcterms:created>
  <dcterms:modified xsi:type="dcterms:W3CDTF">2026-03-11T10:27:57Z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